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7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KUMAR" userId="53588676a0a3269e" providerId="LiveId" clId="{A063C282-DD29-41CF-A6EF-CBE8B5449142}"/>
    <pc:docChg chg="undo custSel addSld delSld modSld sldOrd modMainMaster">
      <pc:chgData name="RAHUL KUMAR" userId="53588676a0a3269e" providerId="LiveId" clId="{A063C282-DD29-41CF-A6EF-CBE8B5449142}" dt="2025-03-25T02:41:48.105" v="2469" actId="14100"/>
      <pc:docMkLst>
        <pc:docMk/>
      </pc:docMkLst>
      <pc:sldChg chg="addSp delSp modSp mod setBg">
        <pc:chgData name="RAHUL KUMAR" userId="53588676a0a3269e" providerId="LiveId" clId="{A063C282-DD29-41CF-A6EF-CBE8B5449142}" dt="2025-03-19T07:07:12.911" v="1639" actId="14100"/>
        <pc:sldMkLst>
          <pc:docMk/>
          <pc:sldMk cId="2781546320" sldId="256"/>
        </pc:sldMkLst>
        <pc:spChg chg="mod">
          <ac:chgData name="RAHUL KUMAR" userId="53588676a0a3269e" providerId="LiveId" clId="{A063C282-DD29-41CF-A6EF-CBE8B5449142}" dt="2025-03-17T17:10:37.764" v="1299" actId="1076"/>
          <ac:spMkLst>
            <pc:docMk/>
            <pc:sldMk cId="2781546320" sldId="256"/>
            <ac:spMk id="3" creationId="{59C2649C-A64E-41AF-BE3B-0FD83427FA5C}"/>
          </ac:spMkLst>
        </pc:spChg>
        <pc:spChg chg="mod">
          <ac:chgData name="RAHUL KUMAR" userId="53588676a0a3269e" providerId="LiveId" clId="{A063C282-DD29-41CF-A6EF-CBE8B5449142}" dt="2025-03-17T17:04:27.730" v="1219" actId="20577"/>
          <ac:spMkLst>
            <pc:docMk/>
            <pc:sldMk cId="2781546320" sldId="256"/>
            <ac:spMk id="4" creationId="{0DBE324A-22E8-4AF9-90CC-C5C5637C898B}"/>
          </ac:spMkLst>
        </pc:spChg>
        <pc:spChg chg="add del mod">
          <ac:chgData name="RAHUL KUMAR" userId="53588676a0a3269e" providerId="LiveId" clId="{A063C282-DD29-41CF-A6EF-CBE8B5449142}" dt="2025-03-19T07:07:06.267" v="1637"/>
          <ac:spMkLst>
            <pc:docMk/>
            <pc:sldMk cId="2781546320" sldId="256"/>
            <ac:spMk id="6" creationId="{623BE8F8-A064-4D71-817B-8174AF79F252}"/>
          </ac:spMkLst>
        </pc:spChg>
        <pc:spChg chg="add del mod">
          <ac:chgData name="RAHUL KUMAR" userId="53588676a0a3269e" providerId="LiveId" clId="{A063C282-DD29-41CF-A6EF-CBE8B5449142}" dt="2025-03-17T17:04:48.487" v="1231" actId="21"/>
          <ac:spMkLst>
            <pc:docMk/>
            <pc:sldMk cId="2781546320" sldId="256"/>
            <ac:spMk id="6" creationId="{F264957B-9FA7-47C1-AB85-D910F75F7C41}"/>
          </ac:spMkLst>
        </pc:spChg>
        <pc:spChg chg="add del mod">
          <ac:chgData name="RAHUL KUMAR" userId="53588676a0a3269e" providerId="LiveId" clId="{A063C282-DD29-41CF-A6EF-CBE8B5449142}" dt="2025-03-17T17:06:30.399" v="1290"/>
          <ac:spMkLst>
            <pc:docMk/>
            <pc:sldMk cId="2781546320" sldId="256"/>
            <ac:spMk id="8" creationId="{A20338F4-E1FA-46BD-80B7-65DD1AFB3626}"/>
          </ac:spMkLst>
        </pc:spChg>
        <pc:spChg chg="add del mod">
          <ac:chgData name="RAHUL KUMAR" userId="53588676a0a3269e" providerId="LiveId" clId="{A063C282-DD29-41CF-A6EF-CBE8B5449142}" dt="2025-03-15T12:05:19.172" v="188" actId="21"/>
          <ac:spMkLst>
            <pc:docMk/>
            <pc:sldMk cId="2781546320" sldId="256"/>
            <ac:spMk id="9" creationId="{CC5A574B-761F-4E1F-B6BF-4E0FAF298EC5}"/>
          </ac:spMkLst>
        </pc:spChg>
        <pc:picChg chg="add del mod">
          <ac:chgData name="RAHUL KUMAR" userId="53588676a0a3269e" providerId="LiveId" clId="{A063C282-DD29-41CF-A6EF-CBE8B5449142}" dt="2025-03-17T17:04:48.487" v="1231" actId="21"/>
          <ac:picMkLst>
            <pc:docMk/>
            <pc:sldMk cId="2781546320" sldId="256"/>
            <ac:picMk id="5" creationId="{6F36D270-2EF0-4298-BFAB-22AB7E81954A}"/>
          </ac:picMkLst>
        </pc:picChg>
        <pc:picChg chg="add mod">
          <ac:chgData name="RAHUL KUMAR" userId="53588676a0a3269e" providerId="LiveId" clId="{A063C282-DD29-41CF-A6EF-CBE8B5449142}" dt="2025-03-19T07:07:12.911" v="1639" actId="14100"/>
          <ac:picMkLst>
            <pc:docMk/>
            <pc:sldMk cId="2781546320" sldId="256"/>
            <ac:picMk id="5" creationId="{7C20D213-6EC1-4DD5-A854-2F459E878B46}"/>
          </ac:picMkLst>
        </pc:picChg>
        <pc:picChg chg="add del mod">
          <ac:chgData name="RAHUL KUMAR" userId="53588676a0a3269e" providerId="LiveId" clId="{A063C282-DD29-41CF-A6EF-CBE8B5449142}" dt="2025-03-17T17:06:48.757" v="1291" actId="21"/>
          <ac:picMkLst>
            <pc:docMk/>
            <pc:sldMk cId="2781546320" sldId="256"/>
            <ac:picMk id="7" creationId="{80B28246-BAD2-44FA-BC6E-301F73A75E3A}"/>
          </ac:picMkLst>
        </pc:picChg>
        <pc:picChg chg="add del mod">
          <ac:chgData name="RAHUL KUMAR" userId="53588676a0a3269e" providerId="LiveId" clId="{A063C282-DD29-41CF-A6EF-CBE8B5449142}" dt="2025-03-15T12:05:19.172" v="188" actId="21"/>
          <ac:picMkLst>
            <pc:docMk/>
            <pc:sldMk cId="2781546320" sldId="256"/>
            <ac:picMk id="8" creationId="{DEB61F40-01DE-468B-82D5-4C3701948F8A}"/>
          </ac:picMkLst>
        </pc:picChg>
        <pc:picChg chg="add del mod">
          <ac:chgData name="RAHUL KUMAR" userId="53588676a0a3269e" providerId="LiveId" clId="{A063C282-DD29-41CF-A6EF-CBE8B5449142}" dt="2025-03-19T07:05:42.701" v="1578" actId="21"/>
          <ac:picMkLst>
            <pc:docMk/>
            <pc:sldMk cId="2781546320" sldId="256"/>
            <ac:picMk id="10" creationId="{B8EF5A4E-180C-4C6C-B71C-9561CA83C4CD}"/>
          </ac:picMkLst>
        </pc:picChg>
      </pc:sldChg>
      <pc:sldChg chg="addSp delSp modSp new mod">
        <pc:chgData name="RAHUL KUMAR" userId="53588676a0a3269e" providerId="LiveId" clId="{A063C282-DD29-41CF-A6EF-CBE8B5449142}" dt="2025-03-17T14:29:43.977" v="850" actId="1076"/>
        <pc:sldMkLst>
          <pc:docMk/>
          <pc:sldMk cId="472864723" sldId="257"/>
        </pc:sldMkLst>
        <pc:spChg chg="add del mod">
          <ac:chgData name="RAHUL KUMAR" userId="53588676a0a3269e" providerId="LiveId" clId="{A063C282-DD29-41CF-A6EF-CBE8B5449142}" dt="2025-03-15T11:50:06.039" v="103" actId="1076"/>
          <ac:spMkLst>
            <pc:docMk/>
            <pc:sldMk cId="472864723" sldId="257"/>
            <ac:spMk id="2" creationId="{83FD65DE-C324-47F1-8E9F-7740EC3B3365}"/>
          </ac:spMkLst>
        </pc:spChg>
        <pc:spChg chg="mod">
          <ac:chgData name="RAHUL KUMAR" userId="53588676a0a3269e" providerId="LiveId" clId="{A063C282-DD29-41CF-A6EF-CBE8B5449142}" dt="2025-03-15T11:51:13.233" v="111" actId="1076"/>
          <ac:spMkLst>
            <pc:docMk/>
            <pc:sldMk cId="472864723" sldId="257"/>
            <ac:spMk id="3" creationId="{6F662D6E-750E-45BD-8184-80E23782421B}"/>
          </ac:spMkLst>
        </pc:spChg>
        <pc:spChg chg="add del mod">
          <ac:chgData name="RAHUL KUMAR" userId="53588676a0a3269e" providerId="LiveId" clId="{A063C282-DD29-41CF-A6EF-CBE8B5449142}" dt="2025-03-15T11:49:00.604" v="101"/>
          <ac:spMkLst>
            <pc:docMk/>
            <pc:sldMk cId="472864723" sldId="257"/>
            <ac:spMk id="5" creationId="{9B8009BD-7AEC-4A1E-B010-709A5A4CEFC2}"/>
          </ac:spMkLst>
        </pc:spChg>
        <pc:spChg chg="add del mod">
          <ac:chgData name="RAHUL KUMAR" userId="53588676a0a3269e" providerId="LiveId" clId="{A063C282-DD29-41CF-A6EF-CBE8B5449142}" dt="2025-03-15T11:48:59.465" v="99" actId="33987"/>
          <ac:spMkLst>
            <pc:docMk/>
            <pc:sldMk cId="472864723" sldId="257"/>
            <ac:spMk id="6" creationId="{024807F5-FDD5-4CFB-AC98-E107AEC566DB}"/>
          </ac:spMkLst>
        </pc:spChg>
        <pc:spChg chg="add mod">
          <ac:chgData name="RAHUL KUMAR" userId="53588676a0a3269e" providerId="LiveId" clId="{A063C282-DD29-41CF-A6EF-CBE8B5449142}" dt="2025-03-17T14:29:43.977" v="850" actId="1076"/>
          <ac:spMkLst>
            <pc:docMk/>
            <pc:sldMk cId="472864723" sldId="257"/>
            <ac:spMk id="6" creationId="{4FFACFAC-74CD-4FEF-A841-A5E52AA8F2B6}"/>
          </ac:spMkLst>
        </pc:spChg>
        <pc:spChg chg="add del mod">
          <ac:chgData name="RAHUL KUMAR" userId="53588676a0a3269e" providerId="LiveId" clId="{A063C282-DD29-41CF-A6EF-CBE8B5449142}" dt="2025-03-17T14:28:36.609" v="843" actId="21"/>
          <ac:spMkLst>
            <pc:docMk/>
            <pc:sldMk cId="472864723" sldId="257"/>
            <ac:spMk id="7" creationId="{0B00BF7D-8CD2-4A24-80B3-D357E64BB9D4}"/>
          </ac:spMkLst>
        </pc:spChg>
        <pc:spChg chg="add del mod">
          <ac:chgData name="RAHUL KUMAR" userId="53588676a0a3269e" providerId="LiveId" clId="{A063C282-DD29-41CF-A6EF-CBE8B5449142}" dt="2025-03-15T12:11:04.143" v="241" actId="21"/>
          <ac:spMkLst>
            <pc:docMk/>
            <pc:sldMk cId="472864723" sldId="257"/>
            <ac:spMk id="8" creationId="{E8B0B178-77F9-4727-9F60-AB9827A3A9D7}"/>
          </ac:spMkLst>
        </pc:spChg>
        <pc:graphicFrameChg chg="add del mod">
          <ac:chgData name="RAHUL KUMAR" userId="53588676a0a3269e" providerId="LiveId" clId="{A063C282-DD29-41CF-A6EF-CBE8B5449142}" dt="2025-03-15T11:47:44.496" v="53" actId="12084"/>
          <ac:graphicFrameMkLst>
            <pc:docMk/>
            <pc:sldMk cId="472864723" sldId="257"/>
            <ac:graphicFrameMk id="4" creationId="{33D815EE-45B7-40FA-A8E8-3A5354DE5981}"/>
          </ac:graphicFrameMkLst>
        </pc:graphicFrameChg>
      </pc:sldChg>
      <pc:sldChg chg="modSp del">
        <pc:chgData name="RAHUL KUMAR" userId="53588676a0a3269e" providerId="LiveId" clId="{A063C282-DD29-41CF-A6EF-CBE8B5449142}" dt="2025-03-15T11:46:54.216" v="38" actId="2696"/>
        <pc:sldMkLst>
          <pc:docMk/>
          <pc:sldMk cId="4004259096" sldId="257"/>
        </pc:sldMkLst>
        <pc:spChg chg="mod">
          <ac:chgData name="RAHUL KUMAR" userId="53588676a0a3269e" providerId="LiveId" clId="{A063C282-DD29-41CF-A6EF-CBE8B5449142}" dt="2025-03-15T11:31:12.848" v="15"/>
          <ac:spMkLst>
            <pc:docMk/>
            <pc:sldMk cId="4004259096" sldId="257"/>
            <ac:spMk id="2" creationId="{D5B426D9-7E92-431B-A01B-0FF73CE9531B}"/>
          </ac:spMkLst>
        </pc:spChg>
        <pc:spChg chg="mod">
          <ac:chgData name="RAHUL KUMAR" userId="53588676a0a3269e" providerId="LiveId" clId="{A063C282-DD29-41CF-A6EF-CBE8B5449142}" dt="2025-03-15T11:31:12.848" v="15"/>
          <ac:spMkLst>
            <pc:docMk/>
            <pc:sldMk cId="4004259096" sldId="257"/>
            <ac:spMk id="3" creationId="{EF26EB18-4DD2-4698-B20A-8642F6E9EFDB}"/>
          </ac:spMkLst>
        </pc:spChg>
        <pc:spChg chg="mod">
          <ac:chgData name="RAHUL KUMAR" userId="53588676a0a3269e" providerId="LiveId" clId="{A063C282-DD29-41CF-A6EF-CBE8B5449142}" dt="2025-03-15T11:31:12.848" v="15"/>
          <ac:spMkLst>
            <pc:docMk/>
            <pc:sldMk cId="4004259096" sldId="257"/>
            <ac:spMk id="4" creationId="{9C937424-1D21-4257-BE07-93E42433070E}"/>
          </ac:spMkLst>
        </pc:spChg>
        <pc:spChg chg="mod">
          <ac:chgData name="RAHUL KUMAR" userId="53588676a0a3269e" providerId="LiveId" clId="{A063C282-DD29-41CF-A6EF-CBE8B5449142}" dt="2025-03-15T11:31:12.848" v="15"/>
          <ac:spMkLst>
            <pc:docMk/>
            <pc:sldMk cId="4004259096" sldId="257"/>
            <ac:spMk id="5" creationId="{5462F410-5F73-4BF2-88E6-EF6CCDE3B596}"/>
          </ac:spMkLst>
        </pc:spChg>
        <pc:spChg chg="mod">
          <ac:chgData name="RAHUL KUMAR" userId="53588676a0a3269e" providerId="LiveId" clId="{A063C282-DD29-41CF-A6EF-CBE8B5449142}" dt="2025-03-15T11:31:12.848" v="15"/>
          <ac:spMkLst>
            <pc:docMk/>
            <pc:sldMk cId="4004259096" sldId="257"/>
            <ac:spMk id="6" creationId="{E4893655-E889-4159-B92B-D3DEBC730DC2}"/>
          </ac:spMkLst>
        </pc:spChg>
        <pc:spChg chg="mod">
          <ac:chgData name="RAHUL KUMAR" userId="53588676a0a3269e" providerId="LiveId" clId="{A063C282-DD29-41CF-A6EF-CBE8B5449142}" dt="2025-03-15T11:31:12.848" v="15"/>
          <ac:spMkLst>
            <pc:docMk/>
            <pc:sldMk cId="4004259096" sldId="257"/>
            <ac:spMk id="7" creationId="{74AD7929-D8EE-46F7-9914-754133347F0E}"/>
          </ac:spMkLst>
        </pc:spChg>
        <pc:spChg chg="mod">
          <ac:chgData name="RAHUL KUMAR" userId="53588676a0a3269e" providerId="LiveId" clId="{A063C282-DD29-41CF-A6EF-CBE8B5449142}" dt="2025-03-15T11:31:12.848" v="15"/>
          <ac:spMkLst>
            <pc:docMk/>
            <pc:sldMk cId="4004259096" sldId="257"/>
            <ac:spMk id="8" creationId="{9C3D1CA6-BBD3-4115-9611-6DBCA692F923}"/>
          </ac:spMkLst>
        </pc:spChg>
      </pc:sldChg>
      <pc:sldChg chg="addSp delSp modSp new mod ord">
        <pc:chgData name="RAHUL KUMAR" userId="53588676a0a3269e" providerId="LiveId" clId="{A063C282-DD29-41CF-A6EF-CBE8B5449142}" dt="2025-03-17T14:20:58.543" v="838"/>
        <pc:sldMkLst>
          <pc:docMk/>
          <pc:sldMk cId="2225510137" sldId="258"/>
        </pc:sldMkLst>
        <pc:spChg chg="add del mod">
          <ac:chgData name="RAHUL KUMAR" userId="53588676a0a3269e" providerId="LiveId" clId="{A063C282-DD29-41CF-A6EF-CBE8B5449142}" dt="2025-03-15T12:08:59.453" v="230" actId="21"/>
          <ac:spMkLst>
            <pc:docMk/>
            <pc:sldMk cId="2225510137" sldId="258"/>
            <ac:spMk id="2" creationId="{ABDBA225-16B6-46C7-9B34-8128EEF3BB66}"/>
          </ac:spMkLst>
        </pc:spChg>
        <pc:spChg chg="add del mod">
          <ac:chgData name="RAHUL KUMAR" userId="53588676a0a3269e" providerId="LiveId" clId="{A063C282-DD29-41CF-A6EF-CBE8B5449142}" dt="2025-03-15T12:09:38.002" v="234" actId="12084"/>
          <ac:spMkLst>
            <pc:docMk/>
            <pc:sldMk cId="2225510137" sldId="258"/>
            <ac:spMk id="3" creationId="{C813D4F1-2A52-419E-9110-B96A57BC5656}"/>
          </ac:spMkLst>
        </pc:spChg>
        <pc:spChg chg="add del mod">
          <ac:chgData name="RAHUL KUMAR" userId="53588676a0a3269e" providerId="LiveId" clId="{A063C282-DD29-41CF-A6EF-CBE8B5449142}" dt="2025-03-15T12:10:18.630" v="239" actId="33987"/>
          <ac:spMkLst>
            <pc:docMk/>
            <pc:sldMk cId="2225510137" sldId="258"/>
            <ac:spMk id="6" creationId="{2511E31E-A433-49F6-8155-224163F2C1E3}"/>
          </ac:spMkLst>
        </pc:spChg>
        <pc:spChg chg="add del mod">
          <ac:chgData name="RAHUL KUMAR" userId="53588676a0a3269e" providerId="LiveId" clId="{A063C282-DD29-41CF-A6EF-CBE8B5449142}" dt="2025-03-15T12:17:47.189" v="716" actId="12084"/>
          <ac:spMkLst>
            <pc:docMk/>
            <pc:sldMk cId="2225510137" sldId="258"/>
            <ac:spMk id="7" creationId="{247A2B75-EBA6-4D7F-8F65-AA34149618CD}"/>
          </ac:spMkLst>
        </pc:spChg>
        <pc:spChg chg="add del mod">
          <ac:chgData name="RAHUL KUMAR" userId="53588676a0a3269e" providerId="LiveId" clId="{A063C282-DD29-41CF-A6EF-CBE8B5449142}" dt="2025-03-15T12:21:32.666" v="736" actId="11529"/>
          <ac:spMkLst>
            <pc:docMk/>
            <pc:sldMk cId="2225510137" sldId="258"/>
            <ac:spMk id="9" creationId="{D7BBAD6C-BFC5-440A-AA0F-493276402021}"/>
          </ac:spMkLst>
        </pc:spChg>
        <pc:spChg chg="add del mod">
          <ac:chgData name="RAHUL KUMAR" userId="53588676a0a3269e" providerId="LiveId" clId="{A063C282-DD29-41CF-A6EF-CBE8B5449142}" dt="2025-03-15T12:23:38.282" v="775" actId="11529"/>
          <ac:spMkLst>
            <pc:docMk/>
            <pc:sldMk cId="2225510137" sldId="258"/>
            <ac:spMk id="10" creationId="{E8EA10E4-1A41-4708-823A-89C1F28E412E}"/>
          </ac:spMkLst>
        </pc:spChg>
        <pc:spChg chg="add del mod">
          <ac:chgData name="RAHUL KUMAR" userId="53588676a0a3269e" providerId="LiveId" clId="{A063C282-DD29-41CF-A6EF-CBE8B5449142}" dt="2025-03-15T12:23:34.627" v="767" actId="11529"/>
          <ac:spMkLst>
            <pc:docMk/>
            <pc:sldMk cId="2225510137" sldId="258"/>
            <ac:spMk id="11" creationId="{84558EF0-AFBC-401A-B137-1AFE87A4B4F0}"/>
          </ac:spMkLst>
        </pc:spChg>
        <pc:spChg chg="add del mod">
          <ac:chgData name="RAHUL KUMAR" userId="53588676a0a3269e" providerId="LiveId" clId="{A063C282-DD29-41CF-A6EF-CBE8B5449142}" dt="2025-03-15T12:23:33.061" v="763"/>
          <ac:spMkLst>
            <pc:docMk/>
            <pc:sldMk cId="2225510137" sldId="258"/>
            <ac:spMk id="12" creationId="{9FF0B761-4349-4A48-8FD7-F45041BFFB23}"/>
          </ac:spMkLst>
        </pc:spChg>
        <pc:spChg chg="add del mod">
          <ac:chgData name="RAHUL KUMAR" userId="53588676a0a3269e" providerId="LiveId" clId="{A063C282-DD29-41CF-A6EF-CBE8B5449142}" dt="2025-03-15T12:23:31.646" v="759"/>
          <ac:spMkLst>
            <pc:docMk/>
            <pc:sldMk cId="2225510137" sldId="258"/>
            <ac:spMk id="13" creationId="{19EAABFB-F1CE-4CA7-8009-CA668D61902F}"/>
          </ac:spMkLst>
        </pc:spChg>
        <pc:spChg chg="add del mod">
          <ac:chgData name="RAHUL KUMAR" userId="53588676a0a3269e" providerId="LiveId" clId="{A063C282-DD29-41CF-A6EF-CBE8B5449142}" dt="2025-03-15T12:23:31.302" v="758"/>
          <ac:spMkLst>
            <pc:docMk/>
            <pc:sldMk cId="2225510137" sldId="258"/>
            <ac:spMk id="14" creationId="{3D44E115-8DFD-400A-8D50-BA221B76A5BA}"/>
          </ac:spMkLst>
        </pc:spChg>
        <pc:spChg chg="add del mod">
          <ac:chgData name="RAHUL KUMAR" userId="53588676a0a3269e" providerId="LiveId" clId="{A063C282-DD29-41CF-A6EF-CBE8B5449142}" dt="2025-03-15T12:23:30.944" v="757"/>
          <ac:spMkLst>
            <pc:docMk/>
            <pc:sldMk cId="2225510137" sldId="258"/>
            <ac:spMk id="15" creationId="{ACF59492-AD25-4405-ACA0-89C826685D48}"/>
          </ac:spMkLst>
        </pc:spChg>
        <pc:spChg chg="add del mod">
          <ac:chgData name="RAHUL KUMAR" userId="53588676a0a3269e" providerId="LiveId" clId="{A063C282-DD29-41CF-A6EF-CBE8B5449142}" dt="2025-03-15T12:23:30.615" v="756"/>
          <ac:spMkLst>
            <pc:docMk/>
            <pc:sldMk cId="2225510137" sldId="258"/>
            <ac:spMk id="16" creationId="{06643F6B-8597-4ED7-97A1-D996AADEB583}"/>
          </ac:spMkLst>
        </pc:spChg>
        <pc:spChg chg="add del mod">
          <ac:chgData name="RAHUL KUMAR" userId="53588676a0a3269e" providerId="LiveId" clId="{A063C282-DD29-41CF-A6EF-CBE8B5449142}" dt="2025-03-15T12:24:54.881" v="808" actId="11529"/>
          <ac:spMkLst>
            <pc:docMk/>
            <pc:sldMk cId="2225510137" sldId="258"/>
            <ac:spMk id="17" creationId="{F852C75F-5930-4F05-A070-22F61FE55F92}"/>
          </ac:spMkLst>
        </pc:spChg>
        <pc:spChg chg="add mod">
          <ac:chgData name="RAHUL KUMAR" userId="53588676a0a3269e" providerId="LiveId" clId="{A063C282-DD29-41CF-A6EF-CBE8B5449142}" dt="2025-03-15T12:33:33.299" v="833" actId="14100"/>
          <ac:spMkLst>
            <pc:docMk/>
            <pc:sldMk cId="2225510137" sldId="258"/>
            <ac:spMk id="22" creationId="{34275356-A6B3-477B-B626-EAAEF716FD9D}"/>
          </ac:spMkLst>
        </pc:spChg>
        <pc:graphicFrameChg chg="add del modGraphic">
          <ac:chgData name="RAHUL KUMAR" userId="53588676a0a3269e" providerId="LiveId" clId="{A063C282-DD29-41CF-A6EF-CBE8B5449142}" dt="2025-03-15T12:09:21.133" v="233" actId="21"/>
          <ac:graphicFrameMkLst>
            <pc:docMk/>
            <pc:sldMk cId="2225510137" sldId="258"/>
            <ac:graphicFrameMk id="4" creationId="{CB5F3AC8-70FE-41C1-A9FB-D44E13D720A9}"/>
          </ac:graphicFrameMkLst>
        </pc:graphicFrameChg>
        <pc:graphicFrameChg chg="add mod">
          <ac:chgData name="RAHUL KUMAR" userId="53588676a0a3269e" providerId="LiveId" clId="{A063C282-DD29-41CF-A6EF-CBE8B5449142}" dt="2025-03-15T12:10:25.566" v="240" actId="255"/>
          <ac:graphicFrameMkLst>
            <pc:docMk/>
            <pc:sldMk cId="2225510137" sldId="258"/>
            <ac:graphicFrameMk id="5" creationId="{C9E06C1D-2371-4C06-AF47-E0988589E330}"/>
          </ac:graphicFrameMkLst>
        </pc:graphicFrameChg>
        <pc:graphicFrameChg chg="add del mod">
          <ac:chgData name="RAHUL KUMAR" userId="53588676a0a3269e" providerId="LiveId" clId="{A063C282-DD29-41CF-A6EF-CBE8B5449142}" dt="2025-03-15T12:25:23.972" v="813" actId="21"/>
          <ac:graphicFrameMkLst>
            <pc:docMk/>
            <pc:sldMk cId="2225510137" sldId="258"/>
            <ac:graphicFrameMk id="8" creationId="{7E9A7229-B1F6-4927-ACDC-8B716A8CB025}"/>
          </ac:graphicFrameMkLst>
        </pc:graphicFrameChg>
        <pc:graphicFrameChg chg="add del mod">
          <ac:chgData name="RAHUL KUMAR" userId="53588676a0a3269e" providerId="LiveId" clId="{A063C282-DD29-41CF-A6EF-CBE8B5449142}" dt="2025-03-15T12:24:53.424" v="805"/>
          <ac:graphicFrameMkLst>
            <pc:docMk/>
            <pc:sldMk cId="2225510137" sldId="258"/>
            <ac:graphicFrameMk id="18" creationId="{49CFE7A1-9703-4346-8DEA-5E6135FF65D9}"/>
          </ac:graphicFrameMkLst>
        </pc:graphicFrameChg>
        <pc:graphicFrameChg chg="add del mod">
          <ac:chgData name="RAHUL KUMAR" userId="53588676a0a3269e" providerId="LiveId" clId="{A063C282-DD29-41CF-A6EF-CBE8B5449142}" dt="2025-03-15T12:24:50.141" v="799"/>
          <ac:graphicFrameMkLst>
            <pc:docMk/>
            <pc:sldMk cId="2225510137" sldId="258"/>
            <ac:graphicFrameMk id="19" creationId="{AB1AF7B0-158D-41B7-B05C-27745985D55D}"/>
          </ac:graphicFrameMkLst>
        </pc:graphicFrameChg>
        <pc:graphicFrameChg chg="add del mod">
          <ac:chgData name="RAHUL KUMAR" userId="53588676a0a3269e" providerId="LiveId" clId="{A063C282-DD29-41CF-A6EF-CBE8B5449142}" dt="2025-03-15T12:24:49.035" v="798"/>
          <ac:graphicFrameMkLst>
            <pc:docMk/>
            <pc:sldMk cId="2225510137" sldId="258"/>
            <ac:graphicFrameMk id="20" creationId="{F4F207CA-96A8-4241-B81F-F12A73D528D7}"/>
          </ac:graphicFrameMkLst>
        </pc:graphicFrameChg>
        <pc:graphicFrameChg chg="add del mod">
          <ac:chgData name="RAHUL KUMAR" userId="53588676a0a3269e" providerId="LiveId" clId="{A063C282-DD29-41CF-A6EF-CBE8B5449142}" dt="2025-03-15T12:24:48.428" v="797"/>
          <ac:graphicFrameMkLst>
            <pc:docMk/>
            <pc:sldMk cId="2225510137" sldId="258"/>
            <ac:graphicFrameMk id="21" creationId="{5F47B0F3-EF80-492A-834F-D5689B010353}"/>
          </ac:graphicFrameMkLst>
        </pc:graphicFrameChg>
        <pc:picChg chg="add mod">
          <ac:chgData name="RAHUL KUMAR" userId="53588676a0a3269e" providerId="LiveId" clId="{A063C282-DD29-41CF-A6EF-CBE8B5449142}" dt="2025-03-15T12:33:44.939" v="835" actId="14100"/>
          <ac:picMkLst>
            <pc:docMk/>
            <pc:sldMk cId="2225510137" sldId="258"/>
            <ac:picMk id="24" creationId="{C0647B46-E901-4384-82CF-6BB5DB6E4F14}"/>
          </ac:picMkLst>
        </pc:picChg>
      </pc:sldChg>
      <pc:sldChg chg="addSp delSp modSp new mod">
        <pc:chgData name="RAHUL KUMAR" userId="53588676a0a3269e" providerId="LiveId" clId="{A063C282-DD29-41CF-A6EF-CBE8B5449142}" dt="2025-03-17T17:11:19.990" v="1305" actId="1076"/>
        <pc:sldMkLst>
          <pc:docMk/>
          <pc:sldMk cId="534614055" sldId="259"/>
        </pc:sldMkLst>
        <pc:spChg chg="add del mod">
          <ac:chgData name="RAHUL KUMAR" userId="53588676a0a3269e" providerId="LiveId" clId="{A063C282-DD29-41CF-A6EF-CBE8B5449142}" dt="2025-03-17T17:11:04.031" v="1302" actId="21"/>
          <ac:spMkLst>
            <pc:docMk/>
            <pc:sldMk cId="534614055" sldId="259"/>
            <ac:spMk id="3" creationId="{60463509-BA27-4572-9AEE-040F829377AF}"/>
          </ac:spMkLst>
        </pc:spChg>
        <pc:spChg chg="add del">
          <ac:chgData name="RAHUL KUMAR" userId="53588676a0a3269e" providerId="LiveId" clId="{A063C282-DD29-41CF-A6EF-CBE8B5449142}" dt="2025-03-15T12:34:30.219" v="836" actId="21"/>
          <ac:spMkLst>
            <pc:docMk/>
            <pc:sldMk cId="534614055" sldId="259"/>
            <ac:spMk id="3" creationId="{951DF0FF-6A0F-441A-A6F0-6DD181590906}"/>
          </ac:spMkLst>
        </pc:spChg>
        <pc:spChg chg="add mod">
          <ac:chgData name="RAHUL KUMAR" userId="53588676a0a3269e" providerId="LiveId" clId="{A063C282-DD29-41CF-A6EF-CBE8B5449142}" dt="2025-03-17T17:11:19.990" v="1305" actId="1076"/>
          <ac:spMkLst>
            <pc:docMk/>
            <pc:sldMk cId="534614055" sldId="259"/>
            <ac:spMk id="5" creationId="{EE1B5159-5F36-4CFC-981B-92FD18E26E63}"/>
          </ac:spMkLst>
        </pc:spChg>
        <pc:picChg chg="add del mod">
          <ac:chgData name="RAHUL KUMAR" userId="53588676a0a3269e" providerId="LiveId" clId="{A063C282-DD29-41CF-A6EF-CBE8B5449142}" dt="2025-03-17T14:32:30.269" v="870" actId="21"/>
          <ac:picMkLst>
            <pc:docMk/>
            <pc:sldMk cId="534614055" sldId="259"/>
            <ac:picMk id="7" creationId="{1E4338FF-BB7D-4F6D-B790-01B371D95C5C}"/>
          </ac:picMkLst>
        </pc:picChg>
      </pc:sldChg>
      <pc:sldChg chg="addSp delSp modSp new mod">
        <pc:chgData name="RAHUL KUMAR" userId="53588676a0a3269e" providerId="LiveId" clId="{A063C282-DD29-41CF-A6EF-CBE8B5449142}" dt="2025-03-19T14:10:02.764" v="1721" actId="1076"/>
        <pc:sldMkLst>
          <pc:docMk/>
          <pc:sldMk cId="2985547103" sldId="260"/>
        </pc:sldMkLst>
        <pc:spChg chg="add mod">
          <ac:chgData name="RAHUL KUMAR" userId="53588676a0a3269e" providerId="LiveId" clId="{A063C282-DD29-41CF-A6EF-CBE8B5449142}" dt="2025-03-17T14:47:25.555" v="1029" actId="14100"/>
          <ac:spMkLst>
            <pc:docMk/>
            <pc:sldMk cId="2985547103" sldId="260"/>
            <ac:spMk id="2" creationId="{EC393607-7EB2-4E38-A925-DD257FAD7CE2}"/>
          </ac:spMkLst>
        </pc:spChg>
        <pc:spChg chg="add mod">
          <ac:chgData name="RAHUL KUMAR" userId="53588676a0a3269e" providerId="LiveId" clId="{A063C282-DD29-41CF-A6EF-CBE8B5449142}" dt="2025-03-19T14:10:02.764" v="1721" actId="1076"/>
          <ac:spMkLst>
            <pc:docMk/>
            <pc:sldMk cId="2985547103" sldId="260"/>
            <ac:spMk id="3" creationId="{87FBC239-4154-4A3A-AE93-30BBCEDE92C5}"/>
          </ac:spMkLst>
        </pc:spChg>
        <pc:spChg chg="add del mod">
          <ac:chgData name="RAHUL KUMAR" userId="53588676a0a3269e" providerId="LiveId" clId="{A063C282-DD29-41CF-A6EF-CBE8B5449142}" dt="2025-03-17T14:46:00.987" v="985" actId="21"/>
          <ac:spMkLst>
            <pc:docMk/>
            <pc:sldMk cId="2985547103" sldId="260"/>
            <ac:spMk id="3" creationId="{BC36F3B8-1232-498C-A9E2-5344F5CD64C8}"/>
          </ac:spMkLst>
        </pc:spChg>
        <pc:spChg chg="add mod">
          <ac:chgData name="RAHUL KUMAR" userId="53588676a0a3269e" providerId="LiveId" clId="{A063C282-DD29-41CF-A6EF-CBE8B5449142}" dt="2025-03-17T15:28:56.496" v="1197" actId="13822"/>
          <ac:spMkLst>
            <pc:docMk/>
            <pc:sldMk cId="2985547103" sldId="260"/>
            <ac:spMk id="4" creationId="{DD199090-B403-4FC3-BBB1-7A530F9BAE96}"/>
          </ac:spMkLst>
        </pc:spChg>
        <pc:picChg chg="add mod">
          <ac:chgData name="RAHUL KUMAR" userId="53588676a0a3269e" providerId="LiveId" clId="{A063C282-DD29-41CF-A6EF-CBE8B5449142}" dt="2025-03-17T14:51:48.315" v="1063" actId="1076"/>
          <ac:picMkLst>
            <pc:docMk/>
            <pc:sldMk cId="2985547103" sldId="260"/>
            <ac:picMk id="6" creationId="{9EAE5CB8-DD02-49D9-B31C-5539690C90BB}"/>
          </ac:picMkLst>
        </pc:picChg>
        <pc:picChg chg="add mod">
          <ac:chgData name="RAHUL KUMAR" userId="53588676a0a3269e" providerId="LiveId" clId="{A063C282-DD29-41CF-A6EF-CBE8B5449142}" dt="2025-03-19T07:05:07.183" v="1577" actId="1440"/>
          <ac:picMkLst>
            <pc:docMk/>
            <pc:sldMk cId="2985547103" sldId="260"/>
            <ac:picMk id="8" creationId="{A7A62869-7018-4422-9681-142C474E362F}"/>
          </ac:picMkLst>
        </pc:picChg>
        <pc:cxnChg chg="add mod">
          <ac:chgData name="RAHUL KUMAR" userId="53588676a0a3269e" providerId="LiveId" clId="{A063C282-DD29-41CF-A6EF-CBE8B5449142}" dt="2025-03-19T14:09:46.577" v="1718" actId="14100"/>
          <ac:cxnSpMkLst>
            <pc:docMk/>
            <pc:sldMk cId="2985547103" sldId="260"/>
            <ac:cxnSpMk id="7" creationId="{52D2B582-F99C-4A93-BCDE-26E986530946}"/>
          </ac:cxnSpMkLst>
        </pc:cxnChg>
      </pc:sldChg>
      <pc:sldChg chg="addSp modSp new mod">
        <pc:chgData name="RAHUL KUMAR" userId="53588676a0a3269e" providerId="LiveId" clId="{A063C282-DD29-41CF-A6EF-CBE8B5449142}" dt="2025-03-19T14:15:02.560" v="1909" actId="113"/>
        <pc:sldMkLst>
          <pc:docMk/>
          <pc:sldMk cId="1100334515" sldId="261"/>
        </pc:sldMkLst>
        <pc:spChg chg="add mod">
          <ac:chgData name="RAHUL KUMAR" userId="53588676a0a3269e" providerId="LiveId" clId="{A063C282-DD29-41CF-A6EF-CBE8B5449142}" dt="2025-03-17T15:28:49.320" v="1196" actId="13822"/>
          <ac:spMkLst>
            <pc:docMk/>
            <pc:sldMk cId="1100334515" sldId="261"/>
            <ac:spMk id="2" creationId="{71CD51CD-8E91-4DE8-8119-9FD4B378EF3B}"/>
          </ac:spMkLst>
        </pc:spChg>
        <pc:spChg chg="add mod">
          <ac:chgData name="RAHUL KUMAR" userId="53588676a0a3269e" providerId="LiveId" clId="{A063C282-DD29-41CF-A6EF-CBE8B5449142}" dt="2025-03-19T14:15:02.560" v="1909" actId="113"/>
          <ac:spMkLst>
            <pc:docMk/>
            <pc:sldMk cId="1100334515" sldId="261"/>
            <ac:spMk id="3" creationId="{FD5AE26D-B0EF-4EE2-B1DA-290201C1A446}"/>
          </ac:spMkLst>
        </pc:spChg>
        <pc:picChg chg="add mod">
          <ac:chgData name="RAHUL KUMAR" userId="53588676a0a3269e" providerId="LiveId" clId="{A063C282-DD29-41CF-A6EF-CBE8B5449142}" dt="2025-03-17T15:05:20.526" v="1076" actId="1076"/>
          <ac:picMkLst>
            <pc:docMk/>
            <pc:sldMk cId="1100334515" sldId="261"/>
            <ac:picMk id="4" creationId="{3B336CC1-8EAE-483F-8056-0E1B018F742B}"/>
          </ac:picMkLst>
        </pc:picChg>
        <pc:picChg chg="add mod">
          <ac:chgData name="RAHUL KUMAR" userId="53588676a0a3269e" providerId="LiveId" clId="{A063C282-DD29-41CF-A6EF-CBE8B5449142}" dt="2025-03-19T07:04:59.140" v="1576" actId="1440"/>
          <ac:picMkLst>
            <pc:docMk/>
            <pc:sldMk cId="1100334515" sldId="261"/>
            <ac:picMk id="6" creationId="{9F4FA8E3-1AF6-42CE-8167-DCF11C857601}"/>
          </ac:picMkLst>
        </pc:picChg>
        <pc:picChg chg="add mod">
          <ac:chgData name="RAHUL KUMAR" userId="53588676a0a3269e" providerId="LiveId" clId="{A063C282-DD29-41CF-A6EF-CBE8B5449142}" dt="2025-03-17T15:07:03.761" v="1081" actId="1076"/>
          <ac:picMkLst>
            <pc:docMk/>
            <pc:sldMk cId="1100334515" sldId="261"/>
            <ac:picMk id="8" creationId="{768323B2-5D6F-4E88-BF72-5245D07958AE}"/>
          </ac:picMkLst>
        </pc:picChg>
        <pc:cxnChg chg="add mod">
          <ac:chgData name="RAHUL KUMAR" userId="53588676a0a3269e" providerId="LiveId" clId="{A063C282-DD29-41CF-A6EF-CBE8B5449142}" dt="2025-03-19T14:12:51.920" v="1827" actId="14100"/>
          <ac:cxnSpMkLst>
            <pc:docMk/>
            <pc:sldMk cId="1100334515" sldId="261"/>
            <ac:cxnSpMk id="7" creationId="{BBE0D4C3-C962-484D-8EB9-5058EFBA8E48}"/>
          </ac:cxnSpMkLst>
        </pc:cxnChg>
      </pc:sldChg>
      <pc:sldChg chg="addSp delSp modSp new mod">
        <pc:chgData name="RAHUL KUMAR" userId="53588676a0a3269e" providerId="LiveId" clId="{A063C282-DD29-41CF-A6EF-CBE8B5449142}" dt="2025-03-19T14:15:16.754" v="1910" actId="113"/>
        <pc:sldMkLst>
          <pc:docMk/>
          <pc:sldMk cId="103582739" sldId="262"/>
        </pc:sldMkLst>
        <pc:spChg chg="add mod">
          <ac:chgData name="RAHUL KUMAR" userId="53588676a0a3269e" providerId="LiveId" clId="{A063C282-DD29-41CF-A6EF-CBE8B5449142}" dt="2025-03-17T15:28:40.926" v="1195" actId="13822"/>
          <ac:spMkLst>
            <pc:docMk/>
            <pc:sldMk cId="103582739" sldId="262"/>
            <ac:spMk id="2" creationId="{9263B2D8-D549-47DC-B553-658FB2A68936}"/>
          </ac:spMkLst>
        </pc:spChg>
        <pc:spChg chg="add mod">
          <ac:chgData name="RAHUL KUMAR" userId="53588676a0a3269e" providerId="LiveId" clId="{A063C282-DD29-41CF-A6EF-CBE8B5449142}" dt="2025-03-19T14:15:16.754" v="1910" actId="113"/>
          <ac:spMkLst>
            <pc:docMk/>
            <pc:sldMk cId="103582739" sldId="262"/>
            <ac:spMk id="3" creationId="{E9461F36-C72C-405A-B55F-02620C4C101E}"/>
          </ac:spMkLst>
        </pc:spChg>
        <pc:picChg chg="add mod">
          <ac:chgData name="RAHUL KUMAR" userId="53588676a0a3269e" providerId="LiveId" clId="{A063C282-DD29-41CF-A6EF-CBE8B5449142}" dt="2025-03-17T15:11:24.465" v="1089" actId="1076"/>
          <ac:picMkLst>
            <pc:docMk/>
            <pc:sldMk cId="103582739" sldId="262"/>
            <ac:picMk id="4" creationId="{538043F8-E1AE-4D3D-833A-5E48E2ADC8E6}"/>
          </ac:picMkLst>
        </pc:picChg>
        <pc:picChg chg="add del mod">
          <ac:chgData name="RAHUL KUMAR" userId="53588676a0a3269e" providerId="LiveId" clId="{A063C282-DD29-41CF-A6EF-CBE8B5449142}" dt="2025-03-17T15:12:44.324" v="1093" actId="21"/>
          <ac:picMkLst>
            <pc:docMk/>
            <pc:sldMk cId="103582739" sldId="262"/>
            <ac:picMk id="6" creationId="{85C98A91-3B17-4E0F-97E9-B084447F9441}"/>
          </ac:picMkLst>
        </pc:picChg>
        <pc:picChg chg="add mod">
          <ac:chgData name="RAHUL KUMAR" userId="53588676a0a3269e" providerId="LiveId" clId="{A063C282-DD29-41CF-A6EF-CBE8B5449142}" dt="2025-03-17T15:15:55.722" v="1097" actId="1076"/>
          <ac:picMkLst>
            <pc:docMk/>
            <pc:sldMk cId="103582739" sldId="262"/>
            <ac:picMk id="8" creationId="{34B790B1-9189-4727-B8C2-496A40AD1F4F}"/>
          </ac:picMkLst>
        </pc:picChg>
        <pc:cxnChg chg="add mod">
          <ac:chgData name="RAHUL KUMAR" userId="53588676a0a3269e" providerId="LiveId" clId="{A063C282-DD29-41CF-A6EF-CBE8B5449142}" dt="2025-03-19T14:14:34.641" v="1907" actId="14100"/>
          <ac:cxnSpMkLst>
            <pc:docMk/>
            <pc:sldMk cId="103582739" sldId="262"/>
            <ac:cxnSpMk id="6" creationId="{C6139357-FCD1-4A64-B62C-46634BC37F12}"/>
          </ac:cxnSpMkLst>
        </pc:cxnChg>
      </pc:sldChg>
      <pc:sldChg chg="addSp delSp modSp new mod">
        <pc:chgData name="RAHUL KUMAR" userId="53588676a0a3269e" providerId="LiveId" clId="{A063C282-DD29-41CF-A6EF-CBE8B5449142}" dt="2025-03-19T14:17:21.058" v="2027" actId="14100"/>
        <pc:sldMkLst>
          <pc:docMk/>
          <pc:sldMk cId="1861574315" sldId="263"/>
        </pc:sldMkLst>
        <pc:spChg chg="add mod">
          <ac:chgData name="RAHUL KUMAR" userId="53588676a0a3269e" providerId="LiveId" clId="{A063C282-DD29-41CF-A6EF-CBE8B5449142}" dt="2025-03-17T15:28:29.086" v="1193" actId="13822"/>
          <ac:spMkLst>
            <pc:docMk/>
            <pc:sldMk cId="1861574315" sldId="263"/>
            <ac:spMk id="2" creationId="{0FF63857-DD82-487D-BBBD-340E1F669848}"/>
          </ac:spMkLst>
        </pc:spChg>
        <pc:spChg chg="add mod">
          <ac:chgData name="RAHUL KUMAR" userId="53588676a0a3269e" providerId="LiveId" clId="{A063C282-DD29-41CF-A6EF-CBE8B5449142}" dt="2025-03-19T14:17:21.058" v="2027" actId="14100"/>
          <ac:spMkLst>
            <pc:docMk/>
            <pc:sldMk cId="1861574315" sldId="263"/>
            <ac:spMk id="3" creationId="{46D1F648-4451-482C-8E06-3D98504E3552}"/>
          </ac:spMkLst>
        </pc:spChg>
        <pc:picChg chg="add mod">
          <ac:chgData name="RAHUL KUMAR" userId="53588676a0a3269e" providerId="LiveId" clId="{A063C282-DD29-41CF-A6EF-CBE8B5449142}" dt="2025-03-17T15:19:37.345" v="1104" actId="1076"/>
          <ac:picMkLst>
            <pc:docMk/>
            <pc:sldMk cId="1861574315" sldId="263"/>
            <ac:picMk id="4" creationId="{FF20A63F-B3F3-47AC-B67D-E3603C46EB6F}"/>
          </ac:picMkLst>
        </pc:picChg>
        <pc:picChg chg="add mod">
          <ac:chgData name="RAHUL KUMAR" userId="53588676a0a3269e" providerId="LiveId" clId="{A063C282-DD29-41CF-A6EF-CBE8B5449142}" dt="2025-03-19T07:04:50.285" v="1575" actId="1440"/>
          <ac:picMkLst>
            <pc:docMk/>
            <pc:sldMk cId="1861574315" sldId="263"/>
            <ac:picMk id="6" creationId="{58ED12C5-22DE-4B6B-8165-90E22C183BF1}"/>
          </ac:picMkLst>
        </pc:picChg>
        <pc:picChg chg="add mod">
          <ac:chgData name="RAHUL KUMAR" userId="53588676a0a3269e" providerId="LiveId" clId="{A063C282-DD29-41CF-A6EF-CBE8B5449142}" dt="2025-03-17T15:23:05.255" v="1109" actId="1076"/>
          <ac:picMkLst>
            <pc:docMk/>
            <pc:sldMk cId="1861574315" sldId="263"/>
            <ac:picMk id="8" creationId="{F7CEA6CC-5922-4CAA-AB8A-889EE566725E}"/>
          </ac:picMkLst>
        </pc:picChg>
        <pc:cxnChg chg="add del mod">
          <ac:chgData name="RAHUL KUMAR" userId="53588676a0a3269e" providerId="LiveId" clId="{A063C282-DD29-41CF-A6EF-CBE8B5449142}" dt="2025-03-19T14:16:56.522" v="2022" actId="11529"/>
          <ac:cxnSpMkLst>
            <pc:docMk/>
            <pc:sldMk cId="1861574315" sldId="263"/>
            <ac:cxnSpMk id="7" creationId="{5C6282B0-6A7A-4686-AEF6-946AC5FD76BD}"/>
          </ac:cxnSpMkLst>
        </pc:cxnChg>
        <pc:cxnChg chg="add mod">
          <ac:chgData name="RAHUL KUMAR" userId="53588676a0a3269e" providerId="LiveId" clId="{A063C282-DD29-41CF-A6EF-CBE8B5449142}" dt="2025-03-19T14:17:12.198" v="2025" actId="14100"/>
          <ac:cxnSpMkLst>
            <pc:docMk/>
            <pc:sldMk cId="1861574315" sldId="263"/>
            <ac:cxnSpMk id="11" creationId="{9CFE7AAB-8DBC-4303-B77F-C508D55ADAE9}"/>
          </ac:cxnSpMkLst>
        </pc:cxnChg>
      </pc:sldChg>
      <pc:sldChg chg="addSp modSp new mod">
        <pc:chgData name="RAHUL KUMAR" userId="53588676a0a3269e" providerId="LiveId" clId="{A063C282-DD29-41CF-A6EF-CBE8B5449142}" dt="2025-03-19T14:19:31.884" v="2146" actId="339"/>
        <pc:sldMkLst>
          <pc:docMk/>
          <pc:sldMk cId="3162129139" sldId="264"/>
        </pc:sldMkLst>
        <pc:spChg chg="add mod">
          <ac:chgData name="RAHUL KUMAR" userId="53588676a0a3269e" providerId="LiveId" clId="{A063C282-DD29-41CF-A6EF-CBE8B5449142}" dt="2025-03-17T15:27:44.189" v="1191" actId="113"/>
          <ac:spMkLst>
            <pc:docMk/>
            <pc:sldMk cId="3162129139" sldId="264"/>
            <ac:spMk id="2" creationId="{27CDE50E-B5A8-40EA-8E24-AC2A5E276F0E}"/>
          </ac:spMkLst>
        </pc:spChg>
        <pc:spChg chg="add mod">
          <ac:chgData name="RAHUL KUMAR" userId="53588676a0a3269e" providerId="LiveId" clId="{A063C282-DD29-41CF-A6EF-CBE8B5449142}" dt="2025-03-19T14:19:31.884" v="2146" actId="339"/>
          <ac:spMkLst>
            <pc:docMk/>
            <pc:sldMk cId="3162129139" sldId="264"/>
            <ac:spMk id="3" creationId="{0658F5AB-69E1-4DF9-8A43-3834A3B87D70}"/>
          </ac:spMkLst>
        </pc:spChg>
        <pc:picChg chg="add mod">
          <ac:chgData name="RAHUL KUMAR" userId="53588676a0a3269e" providerId="LiveId" clId="{A063C282-DD29-41CF-A6EF-CBE8B5449142}" dt="2025-03-17T15:30:33.758" v="1199" actId="1076"/>
          <ac:picMkLst>
            <pc:docMk/>
            <pc:sldMk cId="3162129139" sldId="264"/>
            <ac:picMk id="4" creationId="{23D564A4-8918-4E4B-918C-FCB72500B4C3}"/>
          </ac:picMkLst>
        </pc:picChg>
        <pc:picChg chg="add mod">
          <ac:chgData name="RAHUL KUMAR" userId="53588676a0a3269e" providerId="LiveId" clId="{A063C282-DD29-41CF-A6EF-CBE8B5449142}" dt="2025-03-17T15:32:30.378" v="1202" actId="14100"/>
          <ac:picMkLst>
            <pc:docMk/>
            <pc:sldMk cId="3162129139" sldId="264"/>
            <ac:picMk id="6" creationId="{24D53EA7-F868-4136-A08C-9E40B7C4D5BC}"/>
          </ac:picMkLst>
        </pc:picChg>
        <pc:cxnChg chg="add mod">
          <ac:chgData name="RAHUL KUMAR" userId="53588676a0a3269e" providerId="LiveId" clId="{A063C282-DD29-41CF-A6EF-CBE8B5449142}" dt="2025-03-19T14:18:44.200" v="2142" actId="14100"/>
          <ac:cxnSpMkLst>
            <pc:docMk/>
            <pc:sldMk cId="3162129139" sldId="264"/>
            <ac:cxnSpMk id="7" creationId="{F1672DC5-7744-44EF-9D14-EF3B4CF462BD}"/>
          </ac:cxnSpMkLst>
        </pc:cxnChg>
      </pc:sldChg>
      <pc:sldChg chg="addSp modSp new mod">
        <pc:chgData name="RAHUL KUMAR" userId="53588676a0a3269e" providerId="LiveId" clId="{A063C282-DD29-41CF-A6EF-CBE8B5449142}" dt="2025-03-19T14:23:05.603" v="2286" actId="14100"/>
        <pc:sldMkLst>
          <pc:docMk/>
          <pc:sldMk cId="4158804993" sldId="265"/>
        </pc:sldMkLst>
        <pc:spChg chg="add mod">
          <ac:chgData name="RAHUL KUMAR" userId="53588676a0a3269e" providerId="LiveId" clId="{A063C282-DD29-41CF-A6EF-CBE8B5449142}" dt="2025-03-17T15:34:07.870" v="1207" actId="1076"/>
          <ac:spMkLst>
            <pc:docMk/>
            <pc:sldMk cId="4158804993" sldId="265"/>
            <ac:spMk id="2" creationId="{BBEADE70-1984-4B27-BEBD-617037FB21C9}"/>
          </ac:spMkLst>
        </pc:spChg>
        <pc:spChg chg="add mod">
          <ac:chgData name="RAHUL KUMAR" userId="53588676a0a3269e" providerId="LiveId" clId="{A063C282-DD29-41CF-A6EF-CBE8B5449142}" dt="2025-03-19T14:22:44.072" v="2283" actId="1076"/>
          <ac:spMkLst>
            <pc:docMk/>
            <pc:sldMk cId="4158804993" sldId="265"/>
            <ac:spMk id="3" creationId="{A15BD4F1-5CE9-45C1-B9C8-3A543E3E9F7D}"/>
          </ac:spMkLst>
        </pc:spChg>
        <pc:picChg chg="add mod">
          <ac:chgData name="RAHUL KUMAR" userId="53588676a0a3269e" providerId="LiveId" clId="{A063C282-DD29-41CF-A6EF-CBE8B5449142}" dt="2025-03-17T15:35:12.887" v="1213" actId="14100"/>
          <ac:picMkLst>
            <pc:docMk/>
            <pc:sldMk cId="4158804993" sldId="265"/>
            <ac:picMk id="4" creationId="{BD0CA905-527B-43FC-958C-E7DDA67785A1}"/>
          </ac:picMkLst>
        </pc:picChg>
        <pc:picChg chg="add mod">
          <ac:chgData name="RAHUL KUMAR" userId="53588676a0a3269e" providerId="LiveId" clId="{A063C282-DD29-41CF-A6EF-CBE8B5449142}" dt="2025-03-19T05:35:15.209" v="1390" actId="1076"/>
          <ac:picMkLst>
            <pc:docMk/>
            <pc:sldMk cId="4158804993" sldId="265"/>
            <ac:picMk id="6" creationId="{77E47338-DF46-4FFE-BF1F-DF855A5FBB66}"/>
          </ac:picMkLst>
        </pc:picChg>
        <pc:cxnChg chg="add mod">
          <ac:chgData name="RAHUL KUMAR" userId="53588676a0a3269e" providerId="LiveId" clId="{A063C282-DD29-41CF-A6EF-CBE8B5449142}" dt="2025-03-19T14:23:05.603" v="2286" actId="14100"/>
          <ac:cxnSpMkLst>
            <pc:docMk/>
            <pc:sldMk cId="4158804993" sldId="265"/>
            <ac:cxnSpMk id="7" creationId="{E6B789D3-92CA-4617-BBC5-A96787A1A139}"/>
          </ac:cxnSpMkLst>
        </pc:cxnChg>
      </pc:sldChg>
      <pc:sldChg chg="addSp modSp new mod">
        <pc:chgData name="RAHUL KUMAR" userId="53588676a0a3269e" providerId="LiveId" clId="{A063C282-DD29-41CF-A6EF-CBE8B5449142}" dt="2025-03-17T17:30:39.106" v="1312" actId="14100"/>
        <pc:sldMkLst>
          <pc:docMk/>
          <pc:sldMk cId="2928120927" sldId="266"/>
        </pc:sldMkLst>
        <pc:picChg chg="add mod">
          <ac:chgData name="RAHUL KUMAR" userId="53588676a0a3269e" providerId="LiveId" clId="{A063C282-DD29-41CF-A6EF-CBE8B5449142}" dt="2025-03-17T17:30:39.106" v="1312" actId="14100"/>
          <ac:picMkLst>
            <pc:docMk/>
            <pc:sldMk cId="2928120927" sldId="266"/>
            <ac:picMk id="3" creationId="{D2B2CA31-E0ED-4439-A85D-D6F0A042EC93}"/>
          </ac:picMkLst>
        </pc:picChg>
      </pc:sldChg>
      <pc:sldChg chg="addSp modSp new mod">
        <pc:chgData name="RAHUL KUMAR" userId="53588676a0a3269e" providerId="LiveId" clId="{A063C282-DD29-41CF-A6EF-CBE8B5449142}" dt="2025-03-19T14:25:14.032" v="2409" actId="13822"/>
        <pc:sldMkLst>
          <pc:docMk/>
          <pc:sldMk cId="2290460158" sldId="267"/>
        </pc:sldMkLst>
        <pc:spChg chg="add mod">
          <ac:chgData name="RAHUL KUMAR" userId="53588676a0a3269e" providerId="LiveId" clId="{A063C282-DD29-41CF-A6EF-CBE8B5449142}" dt="2025-03-19T05:14:33.731" v="1354" actId="14100"/>
          <ac:spMkLst>
            <pc:docMk/>
            <pc:sldMk cId="2290460158" sldId="267"/>
            <ac:spMk id="2" creationId="{2CA1E2E1-1D93-4582-B29E-0C9A3E3FA205}"/>
          </ac:spMkLst>
        </pc:spChg>
        <pc:spChg chg="add mod">
          <ac:chgData name="RAHUL KUMAR" userId="53588676a0a3269e" providerId="LiveId" clId="{A063C282-DD29-41CF-A6EF-CBE8B5449142}" dt="2025-03-19T05:22:43.399" v="1361" actId="113"/>
          <ac:spMkLst>
            <pc:docMk/>
            <pc:sldMk cId="2290460158" sldId="267"/>
            <ac:spMk id="3" creationId="{F0AA5FFD-8C05-413E-A8CE-5194CB47B754}"/>
          </ac:spMkLst>
        </pc:spChg>
        <pc:spChg chg="add mod">
          <ac:chgData name="RAHUL KUMAR" userId="53588676a0a3269e" providerId="LiveId" clId="{A063C282-DD29-41CF-A6EF-CBE8B5449142}" dt="2025-03-19T14:24:59.415" v="2407" actId="14100"/>
          <ac:spMkLst>
            <pc:docMk/>
            <pc:sldMk cId="2290460158" sldId="267"/>
            <ac:spMk id="4" creationId="{CDB82597-5568-447F-8DB4-AC4351A02EBC}"/>
          </ac:spMkLst>
        </pc:spChg>
        <pc:picChg chg="add mod">
          <ac:chgData name="RAHUL KUMAR" userId="53588676a0a3269e" providerId="LiveId" clId="{A063C282-DD29-41CF-A6EF-CBE8B5449142}" dt="2025-03-19T05:24:34.541" v="1364" actId="14100"/>
          <ac:picMkLst>
            <pc:docMk/>
            <pc:sldMk cId="2290460158" sldId="267"/>
            <ac:picMk id="5" creationId="{8E21D775-9725-423D-B690-3C674C817AD8}"/>
          </ac:picMkLst>
        </pc:picChg>
        <pc:picChg chg="add mod">
          <ac:chgData name="RAHUL KUMAR" userId="53588676a0a3269e" providerId="LiveId" clId="{A063C282-DD29-41CF-A6EF-CBE8B5449142}" dt="2025-03-19T05:35:07.658" v="1388" actId="1076"/>
          <ac:picMkLst>
            <pc:docMk/>
            <pc:sldMk cId="2290460158" sldId="267"/>
            <ac:picMk id="7" creationId="{B28E3377-80BB-4498-B239-153EAAB89A36}"/>
          </ac:picMkLst>
        </pc:picChg>
        <pc:cxnChg chg="add mod">
          <ac:chgData name="RAHUL KUMAR" userId="53588676a0a3269e" providerId="LiveId" clId="{A063C282-DD29-41CF-A6EF-CBE8B5449142}" dt="2025-03-19T14:25:14.032" v="2409" actId="13822"/>
          <ac:cxnSpMkLst>
            <pc:docMk/>
            <pc:sldMk cId="2290460158" sldId="267"/>
            <ac:cxnSpMk id="8" creationId="{64625ED8-25A6-4049-A961-D91F472904F4}"/>
          </ac:cxnSpMkLst>
        </pc:cxnChg>
      </pc:sldChg>
      <pc:sldChg chg="addSp modSp new mod">
        <pc:chgData name="RAHUL KUMAR" userId="53588676a0a3269e" providerId="LiveId" clId="{A063C282-DD29-41CF-A6EF-CBE8B5449142}" dt="2025-03-19T07:04:38.965" v="1574" actId="1440"/>
        <pc:sldMkLst>
          <pc:docMk/>
          <pc:sldMk cId="2577282263" sldId="268"/>
        </pc:sldMkLst>
        <pc:spChg chg="add mod">
          <ac:chgData name="RAHUL KUMAR" userId="53588676a0a3269e" providerId="LiveId" clId="{A063C282-DD29-41CF-A6EF-CBE8B5449142}" dt="2025-03-19T05:31:19.498" v="1375" actId="1076"/>
          <ac:spMkLst>
            <pc:docMk/>
            <pc:sldMk cId="2577282263" sldId="268"/>
            <ac:spMk id="2" creationId="{64388B74-B2FE-4DBF-A28F-56BB266E2A48}"/>
          </ac:spMkLst>
        </pc:spChg>
        <pc:picChg chg="add mod">
          <ac:chgData name="RAHUL KUMAR" userId="53588676a0a3269e" providerId="LiveId" clId="{A063C282-DD29-41CF-A6EF-CBE8B5449142}" dt="2025-03-19T05:32:04.621" v="1378" actId="14100"/>
          <ac:picMkLst>
            <pc:docMk/>
            <pc:sldMk cId="2577282263" sldId="268"/>
            <ac:picMk id="4" creationId="{309603FC-A27D-414A-8F7F-D13139AC55D3}"/>
          </ac:picMkLst>
        </pc:picChg>
        <pc:picChg chg="add mod">
          <ac:chgData name="RAHUL KUMAR" userId="53588676a0a3269e" providerId="LiveId" clId="{A063C282-DD29-41CF-A6EF-CBE8B5449142}" dt="2025-03-19T07:04:38.965" v="1574" actId="1440"/>
          <ac:picMkLst>
            <pc:docMk/>
            <pc:sldMk cId="2577282263" sldId="268"/>
            <ac:picMk id="6" creationId="{B735A233-56F1-4A80-B035-CF85E03741C3}"/>
          </ac:picMkLst>
        </pc:picChg>
        <pc:picChg chg="add mod">
          <ac:chgData name="RAHUL KUMAR" userId="53588676a0a3269e" providerId="LiveId" clId="{A063C282-DD29-41CF-A6EF-CBE8B5449142}" dt="2025-03-19T05:34:52.049" v="1384" actId="1076"/>
          <ac:picMkLst>
            <pc:docMk/>
            <pc:sldMk cId="2577282263" sldId="268"/>
            <ac:picMk id="8" creationId="{0B0CF01D-1FD7-4C44-AA82-89CFEE1EEFE9}"/>
          </ac:picMkLst>
        </pc:picChg>
      </pc:sldChg>
      <pc:sldChg chg="addSp modSp new mod">
        <pc:chgData name="RAHUL KUMAR" userId="53588676a0a3269e" providerId="LiveId" clId="{A063C282-DD29-41CF-A6EF-CBE8B5449142}" dt="2025-03-19T05:38:29.752" v="1405" actId="1076"/>
        <pc:sldMkLst>
          <pc:docMk/>
          <pc:sldMk cId="3387069110" sldId="269"/>
        </pc:sldMkLst>
        <pc:spChg chg="add mod">
          <ac:chgData name="RAHUL KUMAR" userId="53588676a0a3269e" providerId="LiveId" clId="{A063C282-DD29-41CF-A6EF-CBE8B5449142}" dt="2025-03-19T05:36:54.612" v="1396" actId="1076"/>
          <ac:spMkLst>
            <pc:docMk/>
            <pc:sldMk cId="3387069110" sldId="269"/>
            <ac:spMk id="2" creationId="{4BFEC8C6-93DB-48C0-A1FC-B04426F2B8A2}"/>
          </ac:spMkLst>
        </pc:spChg>
        <pc:picChg chg="add mod">
          <ac:chgData name="RAHUL KUMAR" userId="53588676a0a3269e" providerId="LiveId" clId="{A063C282-DD29-41CF-A6EF-CBE8B5449142}" dt="2025-03-19T05:37:40.414" v="1402" actId="1076"/>
          <ac:picMkLst>
            <pc:docMk/>
            <pc:sldMk cId="3387069110" sldId="269"/>
            <ac:picMk id="4" creationId="{81093503-6C81-41A3-BBB0-3958B465D9E4}"/>
          </ac:picMkLst>
        </pc:picChg>
        <pc:picChg chg="add mod">
          <ac:chgData name="RAHUL KUMAR" userId="53588676a0a3269e" providerId="LiveId" clId="{A063C282-DD29-41CF-A6EF-CBE8B5449142}" dt="2025-03-19T05:38:29.752" v="1405" actId="1076"/>
          <ac:picMkLst>
            <pc:docMk/>
            <pc:sldMk cId="3387069110" sldId="269"/>
            <ac:picMk id="6" creationId="{E951BA4D-9FEA-4BD3-B3F7-4C21CA4E0C14}"/>
          </ac:picMkLst>
        </pc:picChg>
      </pc:sldChg>
      <pc:sldChg chg="addSp modSp new mod">
        <pc:chgData name="RAHUL KUMAR" userId="53588676a0a3269e" providerId="LiveId" clId="{A063C282-DD29-41CF-A6EF-CBE8B5449142}" dt="2025-03-19T07:04:27.411" v="1573" actId="1440"/>
        <pc:sldMkLst>
          <pc:docMk/>
          <pc:sldMk cId="2535993340" sldId="270"/>
        </pc:sldMkLst>
        <pc:spChg chg="add mod">
          <ac:chgData name="RAHUL KUMAR" userId="53588676a0a3269e" providerId="LiveId" clId="{A063C282-DD29-41CF-A6EF-CBE8B5449142}" dt="2025-03-19T05:40:11.755" v="1441" actId="1076"/>
          <ac:spMkLst>
            <pc:docMk/>
            <pc:sldMk cId="2535993340" sldId="270"/>
            <ac:spMk id="2" creationId="{5C414B38-7D5C-4910-932B-03FA137F9BDE}"/>
          </ac:spMkLst>
        </pc:spChg>
        <pc:spChg chg="add mod">
          <ac:chgData name="RAHUL KUMAR" userId="53588676a0a3269e" providerId="LiveId" clId="{A063C282-DD29-41CF-A6EF-CBE8B5449142}" dt="2025-03-19T05:40:53.799" v="1448" actId="1076"/>
          <ac:spMkLst>
            <pc:docMk/>
            <pc:sldMk cId="2535993340" sldId="270"/>
            <ac:spMk id="3" creationId="{2477A331-3BC0-496C-AA9B-DD3765C1EC3F}"/>
          </ac:spMkLst>
        </pc:spChg>
        <pc:picChg chg="add mod">
          <ac:chgData name="RAHUL KUMAR" userId="53588676a0a3269e" providerId="LiveId" clId="{A063C282-DD29-41CF-A6EF-CBE8B5449142}" dt="2025-03-19T05:42:59.599" v="1451" actId="14100"/>
          <ac:picMkLst>
            <pc:docMk/>
            <pc:sldMk cId="2535993340" sldId="270"/>
            <ac:picMk id="5" creationId="{E2FD2411-DB9C-4FC1-8254-830DC72AE214}"/>
          </ac:picMkLst>
        </pc:picChg>
        <pc:picChg chg="add mod">
          <ac:chgData name="RAHUL KUMAR" userId="53588676a0a3269e" providerId="LiveId" clId="{A063C282-DD29-41CF-A6EF-CBE8B5449142}" dt="2025-03-19T07:04:27.411" v="1573" actId="1440"/>
          <ac:picMkLst>
            <pc:docMk/>
            <pc:sldMk cId="2535993340" sldId="270"/>
            <ac:picMk id="7" creationId="{AF85E3F8-F05A-4B68-805A-5D6301BAE96E}"/>
          </ac:picMkLst>
        </pc:picChg>
        <pc:picChg chg="add mod">
          <ac:chgData name="RAHUL KUMAR" userId="53588676a0a3269e" providerId="LiveId" clId="{A063C282-DD29-41CF-A6EF-CBE8B5449142}" dt="2025-03-19T05:46:47.856" v="1456" actId="1076"/>
          <ac:picMkLst>
            <pc:docMk/>
            <pc:sldMk cId="2535993340" sldId="270"/>
            <ac:picMk id="9" creationId="{39F5E59B-CF25-4ACE-AA0D-50382B5F917C}"/>
          </ac:picMkLst>
        </pc:picChg>
      </pc:sldChg>
      <pc:sldChg chg="addSp modSp new mod">
        <pc:chgData name="RAHUL KUMAR" userId="53588676a0a3269e" providerId="LiveId" clId="{A063C282-DD29-41CF-A6EF-CBE8B5449142}" dt="2025-03-19T07:04:17.870" v="1572" actId="1440"/>
        <pc:sldMkLst>
          <pc:docMk/>
          <pc:sldMk cId="742937264" sldId="271"/>
        </pc:sldMkLst>
        <pc:spChg chg="add mod">
          <ac:chgData name="RAHUL KUMAR" userId="53588676a0a3269e" providerId="LiveId" clId="{A063C282-DD29-41CF-A6EF-CBE8B5449142}" dt="2025-03-19T05:48:17.735" v="1462" actId="113"/>
          <ac:spMkLst>
            <pc:docMk/>
            <pc:sldMk cId="742937264" sldId="271"/>
            <ac:spMk id="2" creationId="{E8EE5C24-EED9-405F-8A78-C2A29278ACCB}"/>
          </ac:spMkLst>
        </pc:spChg>
        <pc:picChg chg="add mod">
          <ac:chgData name="RAHUL KUMAR" userId="53588676a0a3269e" providerId="LiveId" clId="{A063C282-DD29-41CF-A6EF-CBE8B5449142}" dt="2025-03-19T05:49:49.726" v="1465" actId="1076"/>
          <ac:picMkLst>
            <pc:docMk/>
            <pc:sldMk cId="742937264" sldId="271"/>
            <ac:picMk id="4" creationId="{E614C649-CA72-4E97-929D-2EC1ABBC06B4}"/>
          </ac:picMkLst>
        </pc:picChg>
        <pc:picChg chg="add mod">
          <ac:chgData name="RAHUL KUMAR" userId="53588676a0a3269e" providerId="LiveId" clId="{A063C282-DD29-41CF-A6EF-CBE8B5449142}" dt="2025-03-19T07:04:17.870" v="1572" actId="1440"/>
          <ac:picMkLst>
            <pc:docMk/>
            <pc:sldMk cId="742937264" sldId="271"/>
            <ac:picMk id="6" creationId="{E2BD06B7-433E-4D8E-8F5A-93D351BDB271}"/>
          </ac:picMkLst>
        </pc:picChg>
        <pc:picChg chg="add mod">
          <ac:chgData name="RAHUL KUMAR" userId="53588676a0a3269e" providerId="LiveId" clId="{A063C282-DD29-41CF-A6EF-CBE8B5449142}" dt="2025-03-19T05:53:37.589" v="1479" actId="1076"/>
          <ac:picMkLst>
            <pc:docMk/>
            <pc:sldMk cId="742937264" sldId="271"/>
            <ac:picMk id="8" creationId="{FBF82039-F4CF-47DA-BD00-F7116A838CBA}"/>
          </ac:picMkLst>
        </pc:picChg>
      </pc:sldChg>
      <pc:sldChg chg="addSp delSp modSp new mod">
        <pc:chgData name="RAHUL KUMAR" userId="53588676a0a3269e" providerId="LiveId" clId="{A063C282-DD29-41CF-A6EF-CBE8B5449142}" dt="2025-03-19T06:06:55.758" v="1500" actId="14100"/>
        <pc:sldMkLst>
          <pc:docMk/>
          <pc:sldMk cId="210704239" sldId="272"/>
        </pc:sldMkLst>
        <pc:spChg chg="add mod">
          <ac:chgData name="RAHUL KUMAR" userId="53588676a0a3269e" providerId="LiveId" clId="{A063C282-DD29-41CF-A6EF-CBE8B5449142}" dt="2025-03-19T06:03:01.675" v="1485" actId="113"/>
          <ac:spMkLst>
            <pc:docMk/>
            <pc:sldMk cId="210704239" sldId="272"/>
            <ac:spMk id="2" creationId="{88275641-E73F-403B-BBD5-E84A1FE94EB7}"/>
          </ac:spMkLst>
        </pc:spChg>
        <pc:picChg chg="add mod">
          <ac:chgData name="RAHUL KUMAR" userId="53588676a0a3269e" providerId="LiveId" clId="{A063C282-DD29-41CF-A6EF-CBE8B5449142}" dt="2025-03-19T06:05:02.547" v="1490" actId="1076"/>
          <ac:picMkLst>
            <pc:docMk/>
            <pc:sldMk cId="210704239" sldId="272"/>
            <ac:picMk id="4" creationId="{65CC17D0-2CC4-4D6F-94FF-6BBA429CCC3A}"/>
          </ac:picMkLst>
        </pc:picChg>
        <pc:picChg chg="add del mod">
          <ac:chgData name="RAHUL KUMAR" userId="53588676a0a3269e" providerId="LiveId" clId="{A063C282-DD29-41CF-A6EF-CBE8B5449142}" dt="2025-03-19T06:05:51.958" v="1493" actId="21"/>
          <ac:picMkLst>
            <pc:docMk/>
            <pc:sldMk cId="210704239" sldId="272"/>
            <ac:picMk id="6" creationId="{BDEABD05-715B-4518-9056-70A8A5E2BE54}"/>
          </ac:picMkLst>
        </pc:picChg>
        <pc:picChg chg="add mod">
          <ac:chgData name="RAHUL KUMAR" userId="53588676a0a3269e" providerId="LiveId" clId="{A063C282-DD29-41CF-A6EF-CBE8B5449142}" dt="2025-03-19T06:06:55.758" v="1500" actId="14100"/>
          <ac:picMkLst>
            <pc:docMk/>
            <pc:sldMk cId="210704239" sldId="272"/>
            <ac:picMk id="8" creationId="{7057E12B-6D8C-48DA-922B-93DA05DEC425}"/>
          </ac:picMkLst>
        </pc:picChg>
      </pc:sldChg>
      <pc:sldChg chg="addSp modSp new mod">
        <pc:chgData name="RAHUL KUMAR" userId="53588676a0a3269e" providerId="LiveId" clId="{A063C282-DD29-41CF-A6EF-CBE8B5449142}" dt="2025-03-19T07:04:09.147" v="1570" actId="1440"/>
        <pc:sldMkLst>
          <pc:docMk/>
          <pc:sldMk cId="684687984" sldId="273"/>
        </pc:sldMkLst>
        <pc:spChg chg="add mod">
          <ac:chgData name="RAHUL KUMAR" userId="53588676a0a3269e" providerId="LiveId" clId="{A063C282-DD29-41CF-A6EF-CBE8B5449142}" dt="2025-03-19T06:58:08.686" v="1518" actId="1076"/>
          <ac:spMkLst>
            <pc:docMk/>
            <pc:sldMk cId="684687984" sldId="273"/>
            <ac:spMk id="2" creationId="{DBBC1FB9-4FA9-4AC7-A54E-7B7848FB3E72}"/>
          </ac:spMkLst>
        </pc:spChg>
        <pc:picChg chg="add mod">
          <ac:chgData name="RAHUL KUMAR" userId="53588676a0a3269e" providerId="LiveId" clId="{A063C282-DD29-41CF-A6EF-CBE8B5449142}" dt="2025-03-19T06:19:29.542" v="1511" actId="1076"/>
          <ac:picMkLst>
            <pc:docMk/>
            <pc:sldMk cId="684687984" sldId="273"/>
            <ac:picMk id="4" creationId="{5448AF28-233C-48CE-92D0-E77A2CC1E3DF}"/>
          </ac:picMkLst>
        </pc:picChg>
        <pc:picChg chg="add mod">
          <ac:chgData name="RAHUL KUMAR" userId="53588676a0a3269e" providerId="LiveId" clId="{A063C282-DD29-41CF-A6EF-CBE8B5449142}" dt="2025-03-19T07:04:09.147" v="1570" actId="1440"/>
          <ac:picMkLst>
            <pc:docMk/>
            <pc:sldMk cId="684687984" sldId="273"/>
            <ac:picMk id="6" creationId="{3D41E43C-921B-4490-BC4A-6D273DA3B3AE}"/>
          </ac:picMkLst>
        </pc:picChg>
      </pc:sldChg>
      <pc:sldChg chg="addSp modSp new mod">
        <pc:chgData name="RAHUL KUMAR" userId="53588676a0a3269e" providerId="LiveId" clId="{A063C282-DD29-41CF-A6EF-CBE8B5449142}" dt="2025-03-19T07:03:56.210" v="1568" actId="1076"/>
        <pc:sldMkLst>
          <pc:docMk/>
          <pc:sldMk cId="1499225202" sldId="274"/>
        </pc:sldMkLst>
        <pc:spChg chg="add mod">
          <ac:chgData name="RAHUL KUMAR" userId="53588676a0a3269e" providerId="LiveId" clId="{A063C282-DD29-41CF-A6EF-CBE8B5449142}" dt="2025-03-19T06:59:15.848" v="1547" actId="1076"/>
          <ac:spMkLst>
            <pc:docMk/>
            <pc:sldMk cId="1499225202" sldId="274"/>
            <ac:spMk id="2" creationId="{7DB7974A-0B54-4F66-A16E-7751929FE07E}"/>
          </ac:spMkLst>
        </pc:spChg>
        <pc:spChg chg="add mod">
          <ac:chgData name="RAHUL KUMAR" userId="53588676a0a3269e" providerId="LiveId" clId="{A063C282-DD29-41CF-A6EF-CBE8B5449142}" dt="2025-03-19T07:01:20.948" v="1552" actId="1076"/>
          <ac:spMkLst>
            <pc:docMk/>
            <pc:sldMk cId="1499225202" sldId="274"/>
            <ac:spMk id="3" creationId="{74BA966D-A465-4F23-8747-F3C8D1C18F62}"/>
          </ac:spMkLst>
        </pc:spChg>
        <pc:picChg chg="add mod">
          <ac:chgData name="RAHUL KUMAR" userId="53588676a0a3269e" providerId="LiveId" clId="{A063C282-DD29-41CF-A6EF-CBE8B5449142}" dt="2025-03-19T07:02:46.592" v="1557" actId="14100"/>
          <ac:picMkLst>
            <pc:docMk/>
            <pc:sldMk cId="1499225202" sldId="274"/>
            <ac:picMk id="5" creationId="{0024EE3B-109F-4D8A-8386-4A396ED774C1}"/>
          </ac:picMkLst>
        </pc:picChg>
        <pc:picChg chg="add mod">
          <ac:chgData name="RAHUL KUMAR" userId="53588676a0a3269e" providerId="LiveId" clId="{A063C282-DD29-41CF-A6EF-CBE8B5449142}" dt="2025-03-19T07:03:56.210" v="1568" actId="1076"/>
          <ac:picMkLst>
            <pc:docMk/>
            <pc:sldMk cId="1499225202" sldId="274"/>
            <ac:picMk id="7" creationId="{ACD57664-558B-4DF3-B82A-C61176095CC8}"/>
          </ac:picMkLst>
        </pc:picChg>
      </pc:sldChg>
      <pc:sldChg chg="addSp delSp modSp new mod">
        <pc:chgData name="RAHUL KUMAR" userId="53588676a0a3269e" providerId="LiveId" clId="{A063C282-DD29-41CF-A6EF-CBE8B5449142}" dt="2025-03-25T02:28:07.844" v="2428" actId="1076"/>
        <pc:sldMkLst>
          <pc:docMk/>
          <pc:sldMk cId="2041961945" sldId="275"/>
        </pc:sldMkLst>
        <pc:spChg chg="add mod">
          <ac:chgData name="RAHUL KUMAR" userId="53588676a0a3269e" providerId="LiveId" clId="{A063C282-DD29-41CF-A6EF-CBE8B5449142}" dt="2025-03-25T02:25:47.686" v="2415" actId="113"/>
          <ac:spMkLst>
            <pc:docMk/>
            <pc:sldMk cId="2041961945" sldId="275"/>
            <ac:spMk id="2" creationId="{B9B20CF5-E5F7-4C54-B32F-57FB7E2114FC}"/>
          </ac:spMkLst>
        </pc:spChg>
        <pc:spChg chg="add del">
          <ac:chgData name="RAHUL KUMAR" userId="53588676a0a3269e" providerId="LiveId" clId="{A063C282-DD29-41CF-A6EF-CBE8B5449142}" dt="2025-03-25T02:26:08.457" v="2417" actId="22"/>
          <ac:spMkLst>
            <pc:docMk/>
            <pc:sldMk cId="2041961945" sldId="275"/>
            <ac:spMk id="4" creationId="{423278CD-C1A1-4212-97C3-6DF4950928A7}"/>
          </ac:spMkLst>
        </pc:spChg>
        <pc:picChg chg="add mod">
          <ac:chgData name="RAHUL KUMAR" userId="53588676a0a3269e" providerId="LiveId" clId="{A063C282-DD29-41CF-A6EF-CBE8B5449142}" dt="2025-03-25T02:27:25.482" v="2423" actId="14100"/>
          <ac:picMkLst>
            <pc:docMk/>
            <pc:sldMk cId="2041961945" sldId="275"/>
            <ac:picMk id="6" creationId="{DDC5527F-B36F-4948-8142-2AEA742CE86F}"/>
          </ac:picMkLst>
        </pc:picChg>
        <pc:picChg chg="add mod">
          <ac:chgData name="RAHUL KUMAR" userId="53588676a0a3269e" providerId="LiveId" clId="{A063C282-DD29-41CF-A6EF-CBE8B5449142}" dt="2025-03-25T02:28:07.844" v="2428" actId="1076"/>
          <ac:picMkLst>
            <pc:docMk/>
            <pc:sldMk cId="2041961945" sldId="275"/>
            <ac:picMk id="8" creationId="{AAA9E334-0643-4F20-9D73-49AA3D034D4D}"/>
          </ac:picMkLst>
        </pc:picChg>
      </pc:sldChg>
      <pc:sldChg chg="addSp new mod">
        <pc:chgData name="RAHUL KUMAR" userId="53588676a0a3269e" providerId="LiveId" clId="{A063C282-DD29-41CF-A6EF-CBE8B5449142}" dt="2025-03-25T02:30:20.319" v="2430" actId="22"/>
        <pc:sldMkLst>
          <pc:docMk/>
          <pc:sldMk cId="560530160" sldId="276"/>
        </pc:sldMkLst>
        <pc:picChg chg="add">
          <ac:chgData name="RAHUL KUMAR" userId="53588676a0a3269e" providerId="LiveId" clId="{A063C282-DD29-41CF-A6EF-CBE8B5449142}" dt="2025-03-25T02:30:20.319" v="2430" actId="22"/>
          <ac:picMkLst>
            <pc:docMk/>
            <pc:sldMk cId="560530160" sldId="276"/>
            <ac:picMk id="3" creationId="{1F3FA367-C0FA-4396-8CDF-9A07351F5889}"/>
          </ac:picMkLst>
        </pc:picChg>
      </pc:sldChg>
      <pc:sldChg chg="addSp modSp new mod">
        <pc:chgData name="RAHUL KUMAR" userId="53588676a0a3269e" providerId="LiveId" clId="{A063C282-DD29-41CF-A6EF-CBE8B5449142}" dt="2025-03-25T02:32:08.611" v="2438" actId="1076"/>
        <pc:sldMkLst>
          <pc:docMk/>
          <pc:sldMk cId="2415574563" sldId="277"/>
        </pc:sldMkLst>
        <pc:spChg chg="add mod">
          <ac:chgData name="RAHUL KUMAR" userId="53588676a0a3269e" providerId="LiveId" clId="{A063C282-DD29-41CF-A6EF-CBE8B5449142}" dt="2025-03-25T02:31:20.846" v="2435" actId="13926"/>
          <ac:spMkLst>
            <pc:docMk/>
            <pc:sldMk cId="2415574563" sldId="277"/>
            <ac:spMk id="2" creationId="{9E8D1C75-A420-47D0-A843-40998D578130}"/>
          </ac:spMkLst>
        </pc:spChg>
        <pc:picChg chg="add mod">
          <ac:chgData name="RAHUL KUMAR" userId="53588676a0a3269e" providerId="LiveId" clId="{A063C282-DD29-41CF-A6EF-CBE8B5449142}" dt="2025-03-25T02:32:08.611" v="2438" actId="1076"/>
          <ac:picMkLst>
            <pc:docMk/>
            <pc:sldMk cId="2415574563" sldId="277"/>
            <ac:picMk id="4" creationId="{7D7D6244-0073-43EC-9439-806412620306}"/>
          </ac:picMkLst>
        </pc:picChg>
      </pc:sldChg>
      <pc:sldChg chg="addSp modSp new mod ord">
        <pc:chgData name="RAHUL KUMAR" userId="53588676a0a3269e" providerId="LiveId" clId="{A063C282-DD29-41CF-A6EF-CBE8B5449142}" dt="2025-03-25T02:40:13.059" v="2455" actId="1076"/>
        <pc:sldMkLst>
          <pc:docMk/>
          <pc:sldMk cId="2123377727" sldId="278"/>
        </pc:sldMkLst>
        <pc:spChg chg="add mod">
          <ac:chgData name="RAHUL KUMAR" userId="53588676a0a3269e" providerId="LiveId" clId="{A063C282-DD29-41CF-A6EF-CBE8B5449142}" dt="2025-03-25T02:40:13.059" v="2455" actId="1076"/>
          <ac:spMkLst>
            <pc:docMk/>
            <pc:sldMk cId="2123377727" sldId="278"/>
            <ac:spMk id="2" creationId="{F83E83CC-5C09-43CD-81C5-65F9187DB9E3}"/>
          </ac:spMkLst>
        </pc:spChg>
      </pc:sldChg>
      <pc:sldChg chg="addSp modSp new mod">
        <pc:chgData name="RAHUL KUMAR" userId="53588676a0a3269e" providerId="LiveId" clId="{A063C282-DD29-41CF-A6EF-CBE8B5449142}" dt="2025-03-25T02:41:48.105" v="2469" actId="14100"/>
        <pc:sldMkLst>
          <pc:docMk/>
          <pc:sldMk cId="2543135339" sldId="279"/>
        </pc:sldMkLst>
        <pc:spChg chg="add mod">
          <ac:chgData name="RAHUL KUMAR" userId="53588676a0a3269e" providerId="LiveId" clId="{A063C282-DD29-41CF-A6EF-CBE8B5449142}" dt="2025-03-25T02:41:48.105" v="2469" actId="14100"/>
          <ac:spMkLst>
            <pc:docMk/>
            <pc:sldMk cId="2543135339" sldId="279"/>
            <ac:spMk id="3" creationId="{B6542819-E8BB-40B5-870C-FC298B2B5235}"/>
          </ac:spMkLst>
        </pc:spChg>
      </pc:sldChg>
      <pc:sldMasterChg chg="setBg delSldLayout modSldLayout">
        <pc:chgData name="RAHUL KUMAR" userId="53588676a0a3269e" providerId="LiveId" clId="{A063C282-DD29-41CF-A6EF-CBE8B5449142}" dt="2025-03-15T11:46:54.216" v="38" actId="2696"/>
        <pc:sldMasterMkLst>
          <pc:docMk/>
          <pc:sldMasterMk cId="8806827" sldId="2147484098"/>
        </pc:sldMasterMkLst>
        <pc:sldLayoutChg chg="setBg">
          <pc:chgData name="RAHUL KUMAR" userId="53588676a0a3269e" providerId="LiveId" clId="{A063C282-DD29-41CF-A6EF-CBE8B5449142}" dt="2025-03-15T11:32:17.715" v="37"/>
          <pc:sldLayoutMkLst>
            <pc:docMk/>
            <pc:sldMasterMk cId="8806827" sldId="2147484098"/>
            <pc:sldLayoutMk cId="1302908650" sldId="2147484099"/>
          </pc:sldLayoutMkLst>
        </pc:sldLayoutChg>
        <pc:sldLayoutChg chg="setBg">
          <pc:chgData name="RAHUL KUMAR" userId="53588676a0a3269e" providerId="LiveId" clId="{A063C282-DD29-41CF-A6EF-CBE8B5449142}" dt="2025-03-15T11:32:17.715" v="37"/>
          <pc:sldLayoutMkLst>
            <pc:docMk/>
            <pc:sldMasterMk cId="8806827" sldId="2147484098"/>
            <pc:sldLayoutMk cId="3347419627" sldId="2147484100"/>
          </pc:sldLayoutMkLst>
        </pc:sldLayoutChg>
        <pc:sldLayoutChg chg="setBg">
          <pc:chgData name="RAHUL KUMAR" userId="53588676a0a3269e" providerId="LiveId" clId="{A063C282-DD29-41CF-A6EF-CBE8B5449142}" dt="2025-03-15T11:32:17.715" v="37"/>
          <pc:sldLayoutMkLst>
            <pc:docMk/>
            <pc:sldMasterMk cId="8806827" sldId="2147484098"/>
            <pc:sldLayoutMk cId="284539785" sldId="2147484101"/>
          </pc:sldLayoutMkLst>
        </pc:sldLayoutChg>
        <pc:sldLayoutChg chg="setBg">
          <pc:chgData name="RAHUL KUMAR" userId="53588676a0a3269e" providerId="LiveId" clId="{A063C282-DD29-41CF-A6EF-CBE8B5449142}" dt="2025-03-15T11:32:17.715" v="37"/>
          <pc:sldLayoutMkLst>
            <pc:docMk/>
            <pc:sldMasterMk cId="8806827" sldId="2147484098"/>
            <pc:sldLayoutMk cId="1343447466" sldId="2147484102"/>
          </pc:sldLayoutMkLst>
        </pc:sldLayoutChg>
        <pc:sldLayoutChg chg="setBg">
          <pc:chgData name="RAHUL KUMAR" userId="53588676a0a3269e" providerId="LiveId" clId="{A063C282-DD29-41CF-A6EF-CBE8B5449142}" dt="2025-03-15T11:32:17.715" v="37"/>
          <pc:sldLayoutMkLst>
            <pc:docMk/>
            <pc:sldMasterMk cId="8806827" sldId="2147484098"/>
            <pc:sldLayoutMk cId="482637144" sldId="2147484103"/>
          </pc:sldLayoutMkLst>
        </pc:sldLayoutChg>
        <pc:sldLayoutChg chg="setBg">
          <pc:chgData name="RAHUL KUMAR" userId="53588676a0a3269e" providerId="LiveId" clId="{A063C282-DD29-41CF-A6EF-CBE8B5449142}" dt="2025-03-15T11:32:17.715" v="37"/>
          <pc:sldLayoutMkLst>
            <pc:docMk/>
            <pc:sldMasterMk cId="8806827" sldId="2147484098"/>
            <pc:sldLayoutMk cId="3701409408" sldId="2147484104"/>
          </pc:sldLayoutMkLst>
        </pc:sldLayoutChg>
        <pc:sldLayoutChg chg="setBg">
          <pc:chgData name="RAHUL KUMAR" userId="53588676a0a3269e" providerId="LiveId" clId="{A063C282-DD29-41CF-A6EF-CBE8B5449142}" dt="2025-03-15T11:32:17.715" v="37"/>
          <pc:sldLayoutMkLst>
            <pc:docMk/>
            <pc:sldMasterMk cId="8806827" sldId="2147484098"/>
            <pc:sldLayoutMk cId="93285428" sldId="2147484105"/>
          </pc:sldLayoutMkLst>
        </pc:sldLayoutChg>
        <pc:sldLayoutChg chg="setBg">
          <pc:chgData name="RAHUL KUMAR" userId="53588676a0a3269e" providerId="LiveId" clId="{A063C282-DD29-41CF-A6EF-CBE8B5449142}" dt="2025-03-15T11:32:17.715" v="37"/>
          <pc:sldLayoutMkLst>
            <pc:docMk/>
            <pc:sldMasterMk cId="8806827" sldId="2147484098"/>
            <pc:sldLayoutMk cId="3806209482" sldId="2147484106"/>
          </pc:sldLayoutMkLst>
        </pc:sldLayoutChg>
        <pc:sldLayoutChg chg="setBg">
          <pc:chgData name="RAHUL KUMAR" userId="53588676a0a3269e" providerId="LiveId" clId="{A063C282-DD29-41CF-A6EF-CBE8B5449142}" dt="2025-03-15T11:32:17.715" v="37"/>
          <pc:sldLayoutMkLst>
            <pc:docMk/>
            <pc:sldMasterMk cId="8806827" sldId="2147484098"/>
            <pc:sldLayoutMk cId="1551921170" sldId="2147484107"/>
          </pc:sldLayoutMkLst>
        </pc:sldLayoutChg>
        <pc:sldLayoutChg chg="setBg">
          <pc:chgData name="RAHUL KUMAR" userId="53588676a0a3269e" providerId="LiveId" clId="{A063C282-DD29-41CF-A6EF-CBE8B5449142}" dt="2025-03-15T11:32:17.715" v="37"/>
          <pc:sldLayoutMkLst>
            <pc:docMk/>
            <pc:sldMasterMk cId="8806827" sldId="2147484098"/>
            <pc:sldLayoutMk cId="3771059242" sldId="2147484108"/>
          </pc:sldLayoutMkLst>
        </pc:sldLayoutChg>
        <pc:sldLayoutChg chg="setBg">
          <pc:chgData name="RAHUL KUMAR" userId="53588676a0a3269e" providerId="LiveId" clId="{A063C282-DD29-41CF-A6EF-CBE8B5449142}" dt="2025-03-15T11:32:17.715" v="37"/>
          <pc:sldLayoutMkLst>
            <pc:docMk/>
            <pc:sldMasterMk cId="8806827" sldId="2147484098"/>
            <pc:sldLayoutMk cId="2208285765" sldId="2147484109"/>
          </pc:sldLayoutMkLst>
        </pc:sldLayoutChg>
        <pc:sldLayoutChg chg="setBg">
          <pc:chgData name="RAHUL KUMAR" userId="53588676a0a3269e" providerId="LiveId" clId="{A063C282-DD29-41CF-A6EF-CBE8B5449142}" dt="2025-03-15T11:32:17.715" v="37"/>
          <pc:sldLayoutMkLst>
            <pc:docMk/>
            <pc:sldMasterMk cId="8806827" sldId="2147484098"/>
            <pc:sldLayoutMk cId="1362258372" sldId="2147484110"/>
          </pc:sldLayoutMkLst>
        </pc:sldLayoutChg>
        <pc:sldLayoutChg chg="setBg">
          <pc:chgData name="RAHUL KUMAR" userId="53588676a0a3269e" providerId="LiveId" clId="{A063C282-DD29-41CF-A6EF-CBE8B5449142}" dt="2025-03-15T11:32:17.715" v="37"/>
          <pc:sldLayoutMkLst>
            <pc:docMk/>
            <pc:sldMasterMk cId="8806827" sldId="2147484098"/>
            <pc:sldLayoutMk cId="2679046303" sldId="2147484111"/>
          </pc:sldLayoutMkLst>
        </pc:sldLayoutChg>
        <pc:sldLayoutChg chg="setBg">
          <pc:chgData name="RAHUL KUMAR" userId="53588676a0a3269e" providerId="LiveId" clId="{A063C282-DD29-41CF-A6EF-CBE8B5449142}" dt="2025-03-15T11:32:17.715" v="37"/>
          <pc:sldLayoutMkLst>
            <pc:docMk/>
            <pc:sldMasterMk cId="8806827" sldId="2147484098"/>
            <pc:sldLayoutMk cId="1698801967" sldId="2147484112"/>
          </pc:sldLayoutMkLst>
        </pc:sldLayoutChg>
        <pc:sldLayoutChg chg="setBg">
          <pc:chgData name="RAHUL KUMAR" userId="53588676a0a3269e" providerId="LiveId" clId="{A063C282-DD29-41CF-A6EF-CBE8B5449142}" dt="2025-03-15T11:32:17.715" v="37"/>
          <pc:sldLayoutMkLst>
            <pc:docMk/>
            <pc:sldMasterMk cId="8806827" sldId="2147484098"/>
            <pc:sldLayoutMk cId="1533459836" sldId="2147484113"/>
          </pc:sldLayoutMkLst>
        </pc:sldLayoutChg>
        <pc:sldLayoutChg chg="setBg">
          <pc:chgData name="RAHUL KUMAR" userId="53588676a0a3269e" providerId="LiveId" clId="{A063C282-DD29-41CF-A6EF-CBE8B5449142}" dt="2025-03-15T11:32:17.715" v="37"/>
          <pc:sldLayoutMkLst>
            <pc:docMk/>
            <pc:sldMasterMk cId="8806827" sldId="2147484098"/>
            <pc:sldLayoutMk cId="3459234410" sldId="2147484114"/>
          </pc:sldLayoutMkLst>
        </pc:sldLayoutChg>
        <pc:sldLayoutChg chg="setBg">
          <pc:chgData name="RAHUL KUMAR" userId="53588676a0a3269e" providerId="LiveId" clId="{A063C282-DD29-41CF-A6EF-CBE8B5449142}" dt="2025-03-15T11:32:17.715" v="37"/>
          <pc:sldLayoutMkLst>
            <pc:docMk/>
            <pc:sldMasterMk cId="8806827" sldId="2147484098"/>
            <pc:sldLayoutMk cId="678092517" sldId="2147484115"/>
          </pc:sldLayoutMkLst>
        </pc:sldLayoutChg>
        <pc:sldLayoutChg chg="del setBg">
          <pc:chgData name="RAHUL KUMAR" userId="53588676a0a3269e" providerId="LiveId" clId="{A063C282-DD29-41CF-A6EF-CBE8B5449142}" dt="2025-03-15T11:46:54.216" v="38" actId="2696"/>
          <pc:sldLayoutMkLst>
            <pc:docMk/>
            <pc:sldMasterMk cId="8806827" sldId="2147484098"/>
            <pc:sldLayoutMk cId="1715416799" sldId="214748411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5D47FF-3EA6-4672-96B4-A622B2EEF2CB}" type="doc">
      <dgm:prSet loTypeId="urn:microsoft.com/office/officeart/2005/8/layout/vList2" loCatId="list" qsTypeId="urn:microsoft.com/office/officeart/2005/8/quickstyle/3d1" qsCatId="3D" csTypeId="urn:microsoft.com/office/officeart/2005/8/colors/accent1_2" csCatId="accent1"/>
      <dgm:spPr/>
      <dgm:t>
        <a:bodyPr/>
        <a:lstStyle/>
        <a:p>
          <a:endParaRPr lang="en-IN"/>
        </a:p>
      </dgm:t>
    </dgm:pt>
    <dgm:pt modelId="{9FCF8F19-3928-4055-AF3D-6057B81C3343}">
      <dgm:prSet custT="1"/>
      <dgm:spPr/>
      <dgm:t>
        <a:bodyPr/>
        <a:lstStyle/>
        <a:p>
          <a:pPr algn="ctr"/>
          <a:r>
            <a:rPr lang="en-US" sz="4400" b="0" dirty="0"/>
            <a:t>WHAT’S IN THIS</a:t>
          </a:r>
          <a:endParaRPr lang="en-IN" sz="4400" dirty="0"/>
        </a:p>
      </dgm:t>
    </dgm:pt>
    <dgm:pt modelId="{D36C8BD3-78F0-434D-AC09-BF864FC191CA}" type="parTrans" cxnId="{90084B6B-67CE-44CC-8AAB-01717BB7934C}">
      <dgm:prSet/>
      <dgm:spPr/>
      <dgm:t>
        <a:bodyPr/>
        <a:lstStyle/>
        <a:p>
          <a:endParaRPr lang="en-IN"/>
        </a:p>
      </dgm:t>
    </dgm:pt>
    <dgm:pt modelId="{21011D3E-DA92-4904-805C-29AD7243A8B1}" type="sibTrans" cxnId="{90084B6B-67CE-44CC-8AAB-01717BB7934C}">
      <dgm:prSet/>
      <dgm:spPr/>
      <dgm:t>
        <a:bodyPr/>
        <a:lstStyle/>
        <a:p>
          <a:endParaRPr lang="en-IN"/>
        </a:p>
      </dgm:t>
    </dgm:pt>
    <dgm:pt modelId="{14805ACC-976F-4857-9D73-A84DE648A89D}" type="pres">
      <dgm:prSet presAssocID="{F25D47FF-3EA6-4672-96B4-A622B2EEF2CB}" presName="linear" presStyleCnt="0">
        <dgm:presLayoutVars>
          <dgm:animLvl val="lvl"/>
          <dgm:resizeHandles val="exact"/>
        </dgm:presLayoutVars>
      </dgm:prSet>
      <dgm:spPr/>
    </dgm:pt>
    <dgm:pt modelId="{A1E13798-AEAA-401F-9E3D-2448F0A4D32C}" type="pres">
      <dgm:prSet presAssocID="{9FCF8F19-3928-4055-AF3D-6057B81C3343}" presName="parentText" presStyleLbl="node1" presStyleIdx="0" presStyleCnt="1" custLinFactNeighborX="-5538" custLinFactNeighborY="-2951">
        <dgm:presLayoutVars>
          <dgm:chMax val="0"/>
          <dgm:bulletEnabled val="1"/>
        </dgm:presLayoutVars>
      </dgm:prSet>
      <dgm:spPr/>
    </dgm:pt>
  </dgm:ptLst>
  <dgm:cxnLst>
    <dgm:cxn modelId="{90084B6B-67CE-44CC-8AAB-01717BB7934C}" srcId="{F25D47FF-3EA6-4672-96B4-A622B2EEF2CB}" destId="{9FCF8F19-3928-4055-AF3D-6057B81C3343}" srcOrd="0" destOrd="0" parTransId="{D36C8BD3-78F0-434D-AC09-BF864FC191CA}" sibTransId="{21011D3E-DA92-4904-805C-29AD7243A8B1}"/>
    <dgm:cxn modelId="{818150AC-E406-45F1-A75C-8E0A3BB8FC60}" type="presOf" srcId="{9FCF8F19-3928-4055-AF3D-6057B81C3343}" destId="{A1E13798-AEAA-401F-9E3D-2448F0A4D32C}" srcOrd="0" destOrd="0" presId="urn:microsoft.com/office/officeart/2005/8/layout/vList2"/>
    <dgm:cxn modelId="{C1D2E1DC-549B-4DC0-9542-B8661EC08E85}" type="presOf" srcId="{F25D47FF-3EA6-4672-96B4-A622B2EEF2CB}" destId="{14805ACC-976F-4857-9D73-A84DE648A89D}" srcOrd="0" destOrd="0" presId="urn:microsoft.com/office/officeart/2005/8/layout/vList2"/>
    <dgm:cxn modelId="{442A9F1D-8520-4518-A2C4-DF61E52BB2E8}" type="presParOf" srcId="{14805ACC-976F-4857-9D73-A84DE648A89D}" destId="{A1E13798-AEAA-401F-9E3D-2448F0A4D32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13798-AEAA-401F-9E3D-2448F0A4D32C}">
      <dsp:nvSpPr>
        <dsp:cNvPr id="0" name=""/>
        <dsp:cNvSpPr/>
      </dsp:nvSpPr>
      <dsp:spPr>
        <a:xfrm>
          <a:off x="0" y="0"/>
          <a:ext cx="4856266" cy="922403"/>
        </a:xfrm>
        <a:prstGeom prst="roundRect">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0" kern="1200" dirty="0"/>
            <a:t>WHAT’S IN THIS</a:t>
          </a:r>
          <a:endParaRPr lang="en-IN" sz="4400" kern="1200" dirty="0"/>
        </a:p>
      </dsp:txBody>
      <dsp:txXfrm>
        <a:off x="45028" y="45028"/>
        <a:ext cx="4766210" cy="83234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1302908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334741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28453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35473D-9A40-4AA4-B456-42FF5B27FA86}"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1343447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35473D-9A40-4AA4-B456-42FF5B27FA86}" type="datetimeFigureOut">
              <a:rPr lang="en-IN" smtClean="0"/>
              <a:t>25-03-2025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482637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35473D-9A40-4AA4-B456-42FF5B27FA86}" type="datetimeFigureOut">
              <a:rPr lang="en-IN" smtClean="0"/>
              <a:t>25-03-2025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3701409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35473D-9A40-4AA4-B456-42FF5B27FA86}" type="datetimeFigureOut">
              <a:rPr lang="en-IN" smtClean="0"/>
              <a:t>25-03-2025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93285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35473D-9A40-4AA4-B456-42FF5B27FA86}"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3806209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35473D-9A40-4AA4-B456-42FF5B27FA86}"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1551921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35473D-9A40-4AA4-B456-42FF5B27FA86}"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3771059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2208285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1362258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2679046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1698801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1533459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3459234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5473D-9A40-4AA4-B456-42FF5B27FA86}"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0B79A9-9028-4E7F-AB61-70CE52FB28C4}" type="slidenum">
              <a:rPr lang="en-IN" smtClean="0"/>
              <a:t>‹#›</a:t>
            </a:fld>
            <a:endParaRPr lang="en-IN"/>
          </a:p>
        </p:txBody>
      </p:sp>
    </p:spTree>
    <p:extLst>
      <p:ext uri="{BB962C8B-B14F-4D97-AF65-F5344CB8AC3E}">
        <p14:creationId xmlns:p14="http://schemas.microsoft.com/office/powerpoint/2010/main" val="678092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835473D-9A40-4AA4-B456-42FF5B27FA86}" type="datetimeFigureOut">
              <a:rPr lang="en-IN" smtClean="0"/>
              <a:t>25-03-2025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40B79A9-9028-4E7F-AB61-70CE52FB28C4}" type="slidenum">
              <a:rPr lang="en-IN" smtClean="0"/>
              <a:t>‹#›</a:t>
            </a:fld>
            <a:endParaRPr lang="en-IN"/>
          </a:p>
        </p:txBody>
      </p:sp>
    </p:spTree>
    <p:extLst>
      <p:ext uri="{BB962C8B-B14F-4D97-AF65-F5344CB8AC3E}">
        <p14:creationId xmlns:p14="http://schemas.microsoft.com/office/powerpoint/2010/main" val="8806827"/>
      </p:ext>
    </p:extLst>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 id="2147484111" r:id="rId13"/>
    <p:sldLayoutId id="2147484112" r:id="rId14"/>
    <p:sldLayoutId id="2147484113" r:id="rId15"/>
    <p:sldLayoutId id="2147484114" r:id="rId16"/>
    <p:sldLayoutId id="214748411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asnimnews.com/en/news/2024/02/02/3032795/german-retail-sales-experience-sharp-decline-in-2023-data-reveal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pxfuel.com/en/free-photo-jgqti" TargetMode="External"/><Relationship Id="rId3" Type="http://schemas.openxmlformats.org/officeDocument/2006/relationships/diagramLayout" Target="../diagrams/layout1.xml"/><Relationship Id="rId7" Type="http://schemas.openxmlformats.org/officeDocument/2006/relationships/image" Target="../media/image3.jp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hyperlink" Target="mailto:rahulbabu7177@gmail.com" TargetMode="External"/><Relationship Id="rId1" Type="http://schemas.openxmlformats.org/officeDocument/2006/relationships/slideLayout" Target="../slideLayouts/slideLayout7.xml"/><Relationship Id="rId4" Type="http://schemas.openxmlformats.org/officeDocument/2006/relationships/hyperlink" Target="https://pixabay.com/en/hand-leave-pen-paper-thank-you-22635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C2649C-A64E-41AF-BE3B-0FD83427FA5C}"/>
              </a:ext>
            </a:extLst>
          </p:cNvPr>
          <p:cNvSpPr>
            <a:spLocks noGrp="1"/>
          </p:cNvSpPr>
          <p:nvPr>
            <p:ph type="subTitle" idx="1"/>
          </p:nvPr>
        </p:nvSpPr>
        <p:spPr>
          <a:xfrm>
            <a:off x="5402836" y="5295687"/>
            <a:ext cx="5614787" cy="992776"/>
          </a:xfrm>
        </p:spPr>
        <p:txBody>
          <a:bodyPr>
            <a:noAutofit/>
          </a:bodyPr>
          <a:lstStyle/>
          <a:p>
            <a:r>
              <a:rPr lang="en-US" sz="3200" u="sng"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Presented By – Rahul Kumar</a:t>
            </a:r>
            <a:endParaRPr lang="en-IN" sz="3200" u="sng" dirty="0"/>
          </a:p>
        </p:txBody>
      </p:sp>
      <p:sp>
        <p:nvSpPr>
          <p:cNvPr id="4" name="Rectangle 3">
            <a:extLst>
              <a:ext uri="{FF2B5EF4-FFF2-40B4-BE49-F238E27FC236}">
                <a16:creationId xmlns:a16="http://schemas.microsoft.com/office/drawing/2014/main" id="{0DBE324A-22E8-4AF9-90CC-C5C5637C898B}"/>
              </a:ext>
            </a:extLst>
          </p:cNvPr>
          <p:cNvSpPr/>
          <p:nvPr/>
        </p:nvSpPr>
        <p:spPr>
          <a:xfrm>
            <a:off x="1268567" y="81291"/>
            <a:ext cx="10295903" cy="1015663"/>
          </a:xfrm>
          <a:prstGeom prst="rect">
            <a:avLst/>
          </a:prstGeom>
          <a:noFill/>
        </p:spPr>
        <p:txBody>
          <a:bodyPr wrap="square" lIns="91440" tIns="45720" rIns="91440" bIns="45720">
            <a:spAutoFit/>
          </a:bodyPr>
          <a:lstStyle/>
          <a:p>
            <a:pPr algn="ctr"/>
            <a:r>
              <a:rPr lang="en-US" sz="6000" b="1" u="sng"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Retail sales and Analytics</a:t>
            </a:r>
            <a:endParaRPr lang="en-IN" sz="6000" b="1" u="sng"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5" name="Picture 4">
            <a:extLst>
              <a:ext uri="{FF2B5EF4-FFF2-40B4-BE49-F238E27FC236}">
                <a16:creationId xmlns:a16="http://schemas.microsoft.com/office/drawing/2014/main" id="{7C20D213-6EC1-4DD5-A854-2F459E878B4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0" y="1628656"/>
            <a:ext cx="5468470" cy="3135328"/>
          </a:xfrm>
          <a:prstGeom prst="rect">
            <a:avLst/>
          </a:prstGeom>
        </p:spPr>
      </p:pic>
    </p:spTree>
    <p:extLst>
      <p:ext uri="{BB962C8B-B14F-4D97-AF65-F5344CB8AC3E}">
        <p14:creationId xmlns:p14="http://schemas.microsoft.com/office/powerpoint/2010/main" val="2781546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C9E06C1D-2371-4C06-AF47-E0988589E330}"/>
              </a:ext>
            </a:extLst>
          </p:cNvPr>
          <p:cNvGraphicFramePr/>
          <p:nvPr>
            <p:extLst>
              <p:ext uri="{D42A27DB-BD31-4B8C-83A1-F6EECF244321}">
                <p14:modId xmlns:p14="http://schemas.microsoft.com/office/powerpoint/2010/main" val="4070219779"/>
              </p:ext>
            </p:extLst>
          </p:nvPr>
        </p:nvGraphicFramePr>
        <p:xfrm>
          <a:off x="1650809" y="636511"/>
          <a:ext cx="4856266" cy="923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Rectangle: Diagonal Corners Rounded 21">
            <a:extLst>
              <a:ext uri="{FF2B5EF4-FFF2-40B4-BE49-F238E27FC236}">
                <a16:creationId xmlns:a16="http://schemas.microsoft.com/office/drawing/2014/main" id="{34275356-A6B3-477B-B626-EAAEF716FD9D}"/>
              </a:ext>
            </a:extLst>
          </p:cNvPr>
          <p:cNvSpPr/>
          <p:nvPr/>
        </p:nvSpPr>
        <p:spPr>
          <a:xfrm>
            <a:off x="2590801" y="4157136"/>
            <a:ext cx="9430870" cy="2440607"/>
          </a:xfrm>
          <a:prstGeom prst="round2Diag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0"/>
            <a:r>
              <a:rPr lang="en-US" sz="2400" dirty="0"/>
              <a:t>Hello, In this Project I tried to Analyze Retail sales Pattern by doing Customer Segmentation , Inventory Analysis Sales Analysis, Store Analysis . I used</a:t>
            </a:r>
            <a:r>
              <a:rPr lang="en-US" sz="2400" dirty="0">
                <a:solidFill>
                  <a:schemeClr val="tx1"/>
                </a:solidFill>
              </a:rPr>
              <a:t> </a:t>
            </a:r>
            <a:r>
              <a:rPr lang="en-US" sz="2400" b="1" dirty="0">
                <a:solidFill>
                  <a:schemeClr val="tx1"/>
                </a:solidFill>
              </a:rPr>
              <a:t>Python </a:t>
            </a:r>
            <a:r>
              <a:rPr lang="en-US" sz="2400" dirty="0"/>
              <a:t>for </a:t>
            </a:r>
            <a:r>
              <a:rPr lang="en-US" sz="2400" b="1" dirty="0">
                <a:solidFill>
                  <a:schemeClr val="tx1"/>
                </a:solidFill>
              </a:rPr>
              <a:t>Data Cleaning</a:t>
            </a:r>
            <a:r>
              <a:rPr lang="en-US" sz="2400" dirty="0">
                <a:solidFill>
                  <a:schemeClr val="tx1"/>
                </a:solidFill>
              </a:rPr>
              <a:t> </a:t>
            </a:r>
            <a:r>
              <a:rPr lang="en-US" sz="2400" dirty="0"/>
              <a:t>and Done EDA Part, </a:t>
            </a:r>
            <a:r>
              <a:rPr lang="en-US" sz="2400" b="1" dirty="0">
                <a:solidFill>
                  <a:schemeClr val="tx1"/>
                </a:solidFill>
              </a:rPr>
              <a:t>SQL</a:t>
            </a:r>
            <a:r>
              <a:rPr lang="en-US" sz="2400" b="1" dirty="0"/>
              <a:t> For </a:t>
            </a:r>
            <a:r>
              <a:rPr lang="en-US" sz="2400" b="1" dirty="0">
                <a:solidFill>
                  <a:schemeClr val="tx1"/>
                </a:solidFill>
              </a:rPr>
              <a:t>Querying</a:t>
            </a:r>
            <a:r>
              <a:rPr lang="en-US" sz="2400" b="1" dirty="0"/>
              <a:t> </a:t>
            </a:r>
            <a:r>
              <a:rPr lang="en-US" sz="2400" dirty="0"/>
              <a:t>and </a:t>
            </a:r>
            <a:r>
              <a:rPr lang="en-US" sz="2400" b="1" dirty="0">
                <a:solidFill>
                  <a:schemeClr val="tx1"/>
                </a:solidFill>
              </a:rPr>
              <a:t>Aggregating</a:t>
            </a:r>
            <a:r>
              <a:rPr lang="en-US" sz="2400" dirty="0"/>
              <a:t> and then </a:t>
            </a:r>
            <a:r>
              <a:rPr lang="en-US" sz="2400" b="1" dirty="0">
                <a:solidFill>
                  <a:schemeClr val="tx1"/>
                </a:solidFill>
              </a:rPr>
              <a:t>Power-BI</a:t>
            </a:r>
            <a:r>
              <a:rPr lang="en-US" sz="2400" dirty="0"/>
              <a:t> for creating visuals and charts. I also made Beautiful and Interactive </a:t>
            </a:r>
            <a:r>
              <a:rPr lang="en-US" sz="2400" b="1" dirty="0"/>
              <a:t>Dashboards.</a:t>
            </a:r>
            <a:endParaRPr lang="en-IN" sz="2400" b="1" dirty="0"/>
          </a:p>
        </p:txBody>
      </p:sp>
      <p:pic>
        <p:nvPicPr>
          <p:cNvPr id="24" name="Picture 23">
            <a:extLst>
              <a:ext uri="{FF2B5EF4-FFF2-40B4-BE49-F238E27FC236}">
                <a16:creationId xmlns:a16="http://schemas.microsoft.com/office/drawing/2014/main" id="{C0647B46-E901-4384-82CF-6BB5DB6E4F1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840072" y="1098176"/>
            <a:ext cx="5181600" cy="2890838"/>
          </a:xfrm>
          <a:prstGeom prst="rect">
            <a:avLst/>
          </a:prstGeom>
        </p:spPr>
      </p:pic>
    </p:spTree>
    <p:extLst>
      <p:ext uri="{BB962C8B-B14F-4D97-AF65-F5344CB8AC3E}">
        <p14:creationId xmlns:p14="http://schemas.microsoft.com/office/powerpoint/2010/main" val="2225510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D65DE-C324-47F1-8E9F-7740EC3B3365}"/>
              </a:ext>
            </a:extLst>
          </p:cNvPr>
          <p:cNvSpPr>
            <a:spLocks noGrp="1"/>
          </p:cNvSpPr>
          <p:nvPr>
            <p:ph type="title"/>
          </p:nvPr>
        </p:nvSpPr>
        <p:spPr>
          <a:xfrm>
            <a:off x="1780146" y="291354"/>
            <a:ext cx="4817877" cy="865094"/>
          </a:xfrm>
        </p:spPr>
        <p:txBody>
          <a:bodyPr>
            <a:normAutofit/>
          </a:bodyPr>
          <a:lstStyle/>
          <a:p>
            <a:r>
              <a:rPr lang="en-US" sz="4800" b="1" u="sng" dirty="0"/>
              <a:t>Introduction</a:t>
            </a:r>
            <a:endParaRPr lang="en-IN" sz="4800" b="1" u="sng" dirty="0"/>
          </a:p>
        </p:txBody>
      </p:sp>
      <p:sp>
        <p:nvSpPr>
          <p:cNvPr id="3" name="Content Placeholder 2">
            <a:extLst>
              <a:ext uri="{FF2B5EF4-FFF2-40B4-BE49-F238E27FC236}">
                <a16:creationId xmlns:a16="http://schemas.microsoft.com/office/drawing/2014/main" id="{6F662D6E-750E-45BD-8184-80E23782421B}"/>
              </a:ext>
            </a:extLst>
          </p:cNvPr>
          <p:cNvSpPr>
            <a:spLocks noGrp="1"/>
          </p:cNvSpPr>
          <p:nvPr>
            <p:ph idx="1"/>
          </p:nvPr>
        </p:nvSpPr>
        <p:spPr>
          <a:xfrm>
            <a:off x="1541929" y="927846"/>
            <a:ext cx="10793505" cy="2245660"/>
          </a:xfrm>
        </p:spPr>
        <p:txBody>
          <a:bodyPr/>
          <a:lstStyle/>
          <a:p>
            <a:r>
              <a:rPr lang="en-US" dirty="0"/>
              <a:t>Retail businesses generate vast amounts of data, and analyzing this data is essential for making informed business decisions. This project focuses on exploring and analyzing retail sales data to gain actionable insights into customer behavior, inventory management, sales trends, and store performance.</a:t>
            </a:r>
            <a:endParaRPr lang="en-IN" dirty="0"/>
          </a:p>
        </p:txBody>
      </p:sp>
      <p:sp>
        <p:nvSpPr>
          <p:cNvPr id="6" name="TextBox 5">
            <a:extLst>
              <a:ext uri="{FF2B5EF4-FFF2-40B4-BE49-F238E27FC236}">
                <a16:creationId xmlns:a16="http://schemas.microsoft.com/office/drawing/2014/main" id="{4FFACFAC-74CD-4FEF-A841-A5E52AA8F2B6}"/>
              </a:ext>
            </a:extLst>
          </p:cNvPr>
          <p:cNvSpPr txBox="1"/>
          <p:nvPr/>
        </p:nvSpPr>
        <p:spPr>
          <a:xfrm>
            <a:off x="1541929" y="3173506"/>
            <a:ext cx="10614212" cy="2585323"/>
          </a:xfrm>
          <a:prstGeom prst="rect">
            <a:avLst/>
          </a:prstGeom>
          <a:noFill/>
        </p:spPr>
        <p:txBody>
          <a:bodyPr wrap="square">
            <a:spAutoFit/>
          </a:bodyPr>
          <a:lstStyle/>
          <a:p>
            <a:r>
              <a:rPr lang="en-US" dirty="0"/>
              <a:t>This project focuses on </a:t>
            </a:r>
            <a:r>
              <a:rPr lang="en-US" b="1" dirty="0"/>
              <a:t>exploring and analyzing retail sales data</a:t>
            </a:r>
            <a:r>
              <a:rPr lang="en-US" dirty="0"/>
              <a:t> to derive meaningful insights into:</a:t>
            </a:r>
          </a:p>
          <a:p>
            <a:br>
              <a:rPr lang="en-US" dirty="0"/>
            </a:br>
            <a:r>
              <a:rPr lang="en-US" dirty="0"/>
              <a:t>✅ </a:t>
            </a:r>
            <a:r>
              <a:rPr lang="en-US" b="1" dirty="0"/>
              <a:t>Customer Segmentation</a:t>
            </a:r>
            <a:r>
              <a:rPr lang="en-US" dirty="0"/>
              <a:t> – Understanding buying patterns and customer behavior.</a:t>
            </a:r>
            <a:br>
              <a:rPr lang="en-US" dirty="0"/>
            </a:br>
            <a:r>
              <a:rPr lang="en-US" dirty="0"/>
              <a:t>✅ </a:t>
            </a:r>
            <a:r>
              <a:rPr lang="en-US" b="1" dirty="0"/>
              <a:t>Inventory Management</a:t>
            </a:r>
            <a:r>
              <a:rPr lang="en-US" dirty="0"/>
              <a:t> – Tracking stock levels and product demand.</a:t>
            </a:r>
            <a:br>
              <a:rPr lang="en-US" dirty="0"/>
            </a:br>
            <a:r>
              <a:rPr lang="en-US" dirty="0"/>
              <a:t>✅ </a:t>
            </a:r>
            <a:r>
              <a:rPr lang="en-US" b="1" dirty="0"/>
              <a:t>Sales Analysis</a:t>
            </a:r>
            <a:r>
              <a:rPr lang="en-US" dirty="0"/>
              <a:t> – Identifying revenue trends and top-performing products.</a:t>
            </a:r>
            <a:br>
              <a:rPr lang="en-US" dirty="0"/>
            </a:br>
            <a:r>
              <a:rPr lang="en-US" dirty="0"/>
              <a:t>✅ </a:t>
            </a:r>
            <a:r>
              <a:rPr lang="en-US" b="1" dirty="0"/>
              <a:t>Store Performance</a:t>
            </a:r>
            <a:r>
              <a:rPr lang="en-US" dirty="0"/>
              <a:t> – Comparing sales across different store locations.</a:t>
            </a:r>
          </a:p>
          <a:p>
            <a:endParaRPr lang="en-US" dirty="0"/>
          </a:p>
          <a:p>
            <a:r>
              <a:rPr lang="en-US" dirty="0"/>
              <a:t>By leveraging </a:t>
            </a:r>
            <a:r>
              <a:rPr lang="en-US" b="1" dirty="0"/>
              <a:t>SQL, Python, and Power BI</a:t>
            </a:r>
            <a:r>
              <a:rPr lang="en-US" dirty="0"/>
              <a:t>, this analysis provides a </a:t>
            </a:r>
            <a:r>
              <a:rPr lang="en-US" b="1" dirty="0"/>
              <a:t>data-driven approach</a:t>
            </a:r>
            <a:r>
              <a:rPr lang="en-US" dirty="0"/>
              <a:t> to improving retail operations and business performance.</a:t>
            </a:r>
          </a:p>
        </p:txBody>
      </p:sp>
    </p:spTree>
    <p:extLst>
      <p:ext uri="{BB962C8B-B14F-4D97-AF65-F5344CB8AC3E}">
        <p14:creationId xmlns:p14="http://schemas.microsoft.com/office/powerpoint/2010/main" val="472864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1B5159-5F36-4CFC-981B-92FD18E26E63}"/>
              </a:ext>
            </a:extLst>
          </p:cNvPr>
          <p:cNvSpPr txBox="1"/>
          <p:nvPr/>
        </p:nvSpPr>
        <p:spPr>
          <a:xfrm>
            <a:off x="1676400" y="1302691"/>
            <a:ext cx="8552329" cy="3508653"/>
          </a:xfrm>
          <a:prstGeom prst="rect">
            <a:avLst/>
          </a:prstGeom>
          <a:noFill/>
        </p:spPr>
        <p:txBody>
          <a:bodyPr wrap="square">
            <a:spAutoFit/>
          </a:bodyPr>
          <a:lstStyle/>
          <a:p>
            <a:r>
              <a:rPr lang="en-US" dirty="0"/>
              <a:t> </a:t>
            </a:r>
            <a:r>
              <a:rPr lang="en-US" sz="2400" b="1" u="sng" dirty="0"/>
              <a:t>Approach:</a:t>
            </a:r>
          </a:p>
          <a:p>
            <a:endParaRPr lang="en-US" dirty="0"/>
          </a:p>
          <a:p>
            <a:r>
              <a:rPr lang="en-US" dirty="0"/>
              <a:t> </a:t>
            </a:r>
            <a:r>
              <a:rPr lang="en-US" b="1" dirty="0"/>
              <a:t>Data Extraction &amp; Cleaning </a:t>
            </a:r>
            <a:r>
              <a:rPr lang="en-US" b="1" i="1" dirty="0"/>
              <a:t>(Using SQL &amp; Python for preprocessing)</a:t>
            </a:r>
          </a:p>
          <a:p>
            <a:endParaRPr lang="en-US" b="1" dirty="0"/>
          </a:p>
          <a:p>
            <a:r>
              <a:rPr lang="en-US" b="1" dirty="0"/>
              <a:t> Exploratory Data Analysis </a:t>
            </a:r>
            <a:r>
              <a:rPr lang="en-US" b="1" i="1" dirty="0"/>
              <a:t>(Identifying trends, patterns, and key metrics)</a:t>
            </a:r>
            <a:endParaRPr lang="en-US" b="1" dirty="0"/>
          </a:p>
          <a:p>
            <a:r>
              <a:rPr lang="en-US" b="1" dirty="0"/>
              <a:t> </a:t>
            </a:r>
          </a:p>
          <a:p>
            <a:r>
              <a:rPr lang="en-US" b="1" dirty="0"/>
              <a:t>SQL-Based Analysis </a:t>
            </a:r>
            <a:r>
              <a:rPr lang="en-US" b="1" i="1" dirty="0"/>
              <a:t>(Performing customer segmentation, sales trends, and inventory tracking)</a:t>
            </a:r>
            <a:endParaRPr lang="en-US" b="1" dirty="0"/>
          </a:p>
          <a:p>
            <a:endParaRPr lang="en-US" b="1" dirty="0"/>
          </a:p>
          <a:p>
            <a:r>
              <a:rPr lang="en-US" b="1" dirty="0"/>
              <a:t>Power BI Visualization </a:t>
            </a:r>
            <a:r>
              <a:rPr lang="en-US" b="1" i="1" dirty="0"/>
              <a:t>(Creating interactive dashboards to present insights)</a:t>
            </a:r>
            <a:endParaRPr lang="en-US" b="1" dirty="0"/>
          </a:p>
          <a:p>
            <a:endParaRPr lang="en-US" b="1" dirty="0"/>
          </a:p>
          <a:p>
            <a:r>
              <a:rPr lang="en-US" b="1" dirty="0"/>
              <a:t> Conclusion &amp; Recommendations </a:t>
            </a:r>
            <a:r>
              <a:rPr lang="en-US" b="1" i="1" dirty="0"/>
              <a:t>(Summarizing findings and business improvements)</a:t>
            </a:r>
            <a:endParaRPr lang="en-US" b="1" dirty="0"/>
          </a:p>
        </p:txBody>
      </p:sp>
    </p:spTree>
    <p:extLst>
      <p:ext uri="{BB962C8B-B14F-4D97-AF65-F5344CB8AC3E}">
        <p14:creationId xmlns:p14="http://schemas.microsoft.com/office/powerpoint/2010/main" val="534614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Diagonal Corners Rounded 1">
            <a:extLst>
              <a:ext uri="{FF2B5EF4-FFF2-40B4-BE49-F238E27FC236}">
                <a16:creationId xmlns:a16="http://schemas.microsoft.com/office/drawing/2014/main" id="{EC393607-7EB2-4E38-A925-DD257FAD7CE2}"/>
              </a:ext>
            </a:extLst>
          </p:cNvPr>
          <p:cNvSpPr/>
          <p:nvPr/>
        </p:nvSpPr>
        <p:spPr>
          <a:xfrm>
            <a:off x="3532094" y="125506"/>
            <a:ext cx="4455460" cy="609600"/>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u="sng" dirty="0">
                <a:ln w="0"/>
                <a:solidFill>
                  <a:schemeClr val="tx1"/>
                </a:solidFill>
                <a:effectLst>
                  <a:outerShdw blurRad="38100" dist="19050" dir="2700000" algn="tl" rotWithShape="0">
                    <a:schemeClr val="dk1">
                      <a:alpha val="40000"/>
                    </a:schemeClr>
                  </a:outerShdw>
                </a:effectLst>
              </a:rPr>
              <a:t>Customer - Segmentation</a:t>
            </a:r>
            <a:endParaRPr lang="en-IN" sz="2800" u="sng" dirty="0">
              <a:ln w="0"/>
              <a:solidFill>
                <a:schemeClr val="tx1"/>
              </a:solidFill>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DD199090-B403-4FC3-BBB1-7A530F9BAE96}"/>
              </a:ext>
            </a:extLst>
          </p:cNvPr>
          <p:cNvSpPr txBox="1"/>
          <p:nvPr/>
        </p:nvSpPr>
        <p:spPr>
          <a:xfrm>
            <a:off x="1676400" y="815788"/>
            <a:ext cx="10416988"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Classify customers into different age groups (18-25, 26-35, etc.) and determine the number of           customers in each category to understand demographic distribution.</a:t>
            </a:r>
            <a:endParaRPr lang="en-IN" b="1" dirty="0"/>
          </a:p>
        </p:txBody>
      </p:sp>
      <p:pic>
        <p:nvPicPr>
          <p:cNvPr id="6" name="Picture 5">
            <a:extLst>
              <a:ext uri="{FF2B5EF4-FFF2-40B4-BE49-F238E27FC236}">
                <a16:creationId xmlns:a16="http://schemas.microsoft.com/office/drawing/2014/main" id="{9EAE5CB8-DD02-49D9-B31C-5539690C90BB}"/>
              </a:ext>
            </a:extLst>
          </p:cNvPr>
          <p:cNvPicPr>
            <a:picLocks noChangeAspect="1"/>
          </p:cNvPicPr>
          <p:nvPr/>
        </p:nvPicPr>
        <p:blipFill>
          <a:blip r:embed="rId2"/>
          <a:stretch>
            <a:fillRect/>
          </a:stretch>
        </p:blipFill>
        <p:spPr>
          <a:xfrm>
            <a:off x="1477215" y="1462119"/>
            <a:ext cx="9667875" cy="1886199"/>
          </a:xfrm>
          <a:prstGeom prst="rect">
            <a:avLst/>
          </a:prstGeom>
        </p:spPr>
      </p:pic>
      <p:pic>
        <p:nvPicPr>
          <p:cNvPr id="8" name="Picture 7">
            <a:extLst>
              <a:ext uri="{FF2B5EF4-FFF2-40B4-BE49-F238E27FC236}">
                <a16:creationId xmlns:a16="http://schemas.microsoft.com/office/drawing/2014/main" id="{A7A62869-7018-4422-9681-142C474E362F}"/>
              </a:ext>
            </a:extLst>
          </p:cNvPr>
          <p:cNvPicPr>
            <a:picLocks noChangeAspect="1"/>
          </p:cNvPicPr>
          <p:nvPr/>
        </p:nvPicPr>
        <p:blipFill>
          <a:blip r:embed="rId3"/>
          <a:stretch>
            <a:fillRect/>
          </a:stretch>
        </p:blipFill>
        <p:spPr>
          <a:xfrm>
            <a:off x="1898556" y="3620902"/>
            <a:ext cx="2892698" cy="1886200"/>
          </a:xfrm>
          <a:prstGeom prst="rect">
            <a:avLst/>
          </a:prstGeom>
          <a:ln w="88900" cap="sq" cmpd="thickThin">
            <a:solidFill>
              <a:srgbClr val="000000"/>
            </a:solidFill>
            <a:prstDash val="solid"/>
            <a:miter lim="800000"/>
          </a:ln>
          <a:effectLst>
            <a:innerShdw blurRad="76200">
              <a:srgbClr val="000000"/>
            </a:innerShdw>
          </a:effectLst>
        </p:spPr>
      </p:pic>
      <p:sp>
        <p:nvSpPr>
          <p:cNvPr id="3" name="Oval 2">
            <a:extLst>
              <a:ext uri="{FF2B5EF4-FFF2-40B4-BE49-F238E27FC236}">
                <a16:creationId xmlns:a16="http://schemas.microsoft.com/office/drawing/2014/main" id="{87FBC239-4154-4A3A-AE93-30BBCEDE92C5}"/>
              </a:ext>
            </a:extLst>
          </p:cNvPr>
          <p:cNvSpPr/>
          <p:nvPr/>
        </p:nvSpPr>
        <p:spPr>
          <a:xfrm>
            <a:off x="7790329" y="4204447"/>
            <a:ext cx="3397623" cy="1990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It shows the total number of customers in different type of age group</a:t>
            </a:r>
            <a:endParaRPr lang="en-IN" b="1" dirty="0">
              <a:ln w="0"/>
              <a:solidFill>
                <a:schemeClr val="tx1"/>
              </a:solidFill>
              <a:effectLst>
                <a:outerShdw blurRad="38100" dist="19050" dir="2700000" algn="tl" rotWithShape="0">
                  <a:schemeClr val="dk1">
                    <a:alpha val="40000"/>
                  </a:schemeClr>
                </a:outerShdw>
              </a:effectLst>
            </a:endParaRPr>
          </a:p>
        </p:txBody>
      </p:sp>
      <p:cxnSp>
        <p:nvCxnSpPr>
          <p:cNvPr id="7" name="Connector: Elbow 6">
            <a:extLst>
              <a:ext uri="{FF2B5EF4-FFF2-40B4-BE49-F238E27FC236}">
                <a16:creationId xmlns:a16="http://schemas.microsoft.com/office/drawing/2014/main" id="{52D2B582-F99C-4A93-BCDE-26E986530946}"/>
              </a:ext>
            </a:extLst>
          </p:cNvPr>
          <p:cNvCxnSpPr>
            <a:cxnSpLocks/>
          </p:cNvCxnSpPr>
          <p:nvPr/>
        </p:nvCxnSpPr>
        <p:spPr>
          <a:xfrm>
            <a:off x="4894729" y="4356847"/>
            <a:ext cx="2895600" cy="932329"/>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85547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CD51CD-8E91-4DE8-8119-9FD4B378EF3B}"/>
              </a:ext>
            </a:extLst>
          </p:cNvPr>
          <p:cNvSpPr txBox="1"/>
          <p:nvPr/>
        </p:nvSpPr>
        <p:spPr>
          <a:xfrm>
            <a:off x="1631578" y="322730"/>
            <a:ext cx="9054353"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Analyze the number of male and female customers to identify any potential gender imbalance in the customer base.</a:t>
            </a:r>
            <a:endParaRPr lang="en-IN" b="1" dirty="0"/>
          </a:p>
        </p:txBody>
      </p:sp>
      <p:pic>
        <p:nvPicPr>
          <p:cNvPr id="4" name="Picture 3">
            <a:extLst>
              <a:ext uri="{FF2B5EF4-FFF2-40B4-BE49-F238E27FC236}">
                <a16:creationId xmlns:a16="http://schemas.microsoft.com/office/drawing/2014/main" id="{3B336CC1-8EAE-483F-8056-0E1B018F742B}"/>
              </a:ext>
            </a:extLst>
          </p:cNvPr>
          <p:cNvPicPr>
            <a:picLocks noChangeAspect="1"/>
          </p:cNvPicPr>
          <p:nvPr/>
        </p:nvPicPr>
        <p:blipFill>
          <a:blip r:embed="rId2"/>
          <a:stretch>
            <a:fillRect/>
          </a:stretch>
        </p:blipFill>
        <p:spPr>
          <a:xfrm>
            <a:off x="1631578" y="1150563"/>
            <a:ext cx="6134100" cy="504825"/>
          </a:xfrm>
          <a:prstGeom prst="rect">
            <a:avLst/>
          </a:prstGeom>
        </p:spPr>
      </p:pic>
      <p:pic>
        <p:nvPicPr>
          <p:cNvPr id="6" name="Picture 5">
            <a:extLst>
              <a:ext uri="{FF2B5EF4-FFF2-40B4-BE49-F238E27FC236}">
                <a16:creationId xmlns:a16="http://schemas.microsoft.com/office/drawing/2014/main" id="{9F4FA8E3-1AF6-42CE-8167-DCF11C857601}"/>
              </a:ext>
            </a:extLst>
          </p:cNvPr>
          <p:cNvPicPr>
            <a:picLocks noChangeAspect="1"/>
          </p:cNvPicPr>
          <p:nvPr/>
        </p:nvPicPr>
        <p:blipFill>
          <a:blip r:embed="rId3"/>
          <a:stretch>
            <a:fillRect/>
          </a:stretch>
        </p:blipFill>
        <p:spPr>
          <a:xfrm>
            <a:off x="1715340" y="1938617"/>
            <a:ext cx="2181225" cy="990600"/>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a:extLst>
              <a:ext uri="{FF2B5EF4-FFF2-40B4-BE49-F238E27FC236}">
                <a16:creationId xmlns:a16="http://schemas.microsoft.com/office/drawing/2014/main" id="{768323B2-5D6F-4E88-BF72-5245D07958AE}"/>
              </a:ext>
            </a:extLst>
          </p:cNvPr>
          <p:cNvPicPr>
            <a:picLocks noChangeAspect="1"/>
          </p:cNvPicPr>
          <p:nvPr/>
        </p:nvPicPr>
        <p:blipFill>
          <a:blip r:embed="rId4"/>
          <a:stretch>
            <a:fillRect/>
          </a:stretch>
        </p:blipFill>
        <p:spPr>
          <a:xfrm>
            <a:off x="5853952" y="1938617"/>
            <a:ext cx="5518337" cy="4373949"/>
          </a:xfrm>
          <a:prstGeom prst="rect">
            <a:avLst/>
          </a:prstGeom>
        </p:spPr>
      </p:pic>
      <p:sp>
        <p:nvSpPr>
          <p:cNvPr id="3" name="Oval 2">
            <a:extLst>
              <a:ext uri="{FF2B5EF4-FFF2-40B4-BE49-F238E27FC236}">
                <a16:creationId xmlns:a16="http://schemas.microsoft.com/office/drawing/2014/main" id="{FD5AE26D-B0EF-4EE2-B1DA-290201C1A446}"/>
              </a:ext>
            </a:extLst>
          </p:cNvPr>
          <p:cNvSpPr/>
          <p:nvPr/>
        </p:nvSpPr>
        <p:spPr>
          <a:xfrm>
            <a:off x="1136976" y="4193254"/>
            <a:ext cx="3630706" cy="2119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IT SHOWS CUSTOMER DISTRIBUTION AMONG GENDERS BY MALE,FEMALE AND NON-BINARY</a:t>
            </a:r>
            <a:endParaRPr lang="en-IN" b="1" dirty="0">
              <a:ln w="0"/>
              <a:solidFill>
                <a:schemeClr val="tx1"/>
              </a:solidFill>
              <a:effectLst>
                <a:outerShdw blurRad="38100" dist="19050" dir="2700000" algn="tl" rotWithShape="0">
                  <a:schemeClr val="dk1">
                    <a:alpha val="40000"/>
                  </a:schemeClr>
                </a:outerShdw>
              </a:effectLst>
            </a:endParaRPr>
          </a:p>
        </p:txBody>
      </p:sp>
      <p:cxnSp>
        <p:nvCxnSpPr>
          <p:cNvPr id="7" name="Connector: Elbow 6">
            <a:extLst>
              <a:ext uri="{FF2B5EF4-FFF2-40B4-BE49-F238E27FC236}">
                <a16:creationId xmlns:a16="http://schemas.microsoft.com/office/drawing/2014/main" id="{BBE0D4C3-C962-484D-8EB9-5058EFBA8E48}"/>
              </a:ext>
            </a:extLst>
          </p:cNvPr>
          <p:cNvCxnSpPr>
            <a:cxnSpLocks/>
          </p:cNvCxnSpPr>
          <p:nvPr/>
        </p:nvCxnSpPr>
        <p:spPr>
          <a:xfrm rot="10800000" flipV="1">
            <a:off x="4213414" y="3506926"/>
            <a:ext cx="1640538" cy="939567"/>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00334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3B2D8-D549-47DC-B553-658FB2A68936}"/>
              </a:ext>
            </a:extLst>
          </p:cNvPr>
          <p:cNvSpPr txBox="1"/>
          <p:nvPr/>
        </p:nvSpPr>
        <p:spPr>
          <a:xfrm>
            <a:off x="1954306" y="259976"/>
            <a:ext cx="9036424"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Identify stores with the highest number of loyal customers to understand customer retention patterns across locations.</a:t>
            </a:r>
            <a:endParaRPr lang="en-IN" b="1" dirty="0"/>
          </a:p>
        </p:txBody>
      </p:sp>
      <p:pic>
        <p:nvPicPr>
          <p:cNvPr id="4" name="Picture 3">
            <a:extLst>
              <a:ext uri="{FF2B5EF4-FFF2-40B4-BE49-F238E27FC236}">
                <a16:creationId xmlns:a16="http://schemas.microsoft.com/office/drawing/2014/main" id="{538043F8-E1AE-4D3D-833A-5E48E2ADC8E6}"/>
              </a:ext>
            </a:extLst>
          </p:cNvPr>
          <p:cNvPicPr>
            <a:picLocks noChangeAspect="1"/>
          </p:cNvPicPr>
          <p:nvPr/>
        </p:nvPicPr>
        <p:blipFill>
          <a:blip r:embed="rId2"/>
          <a:stretch>
            <a:fillRect/>
          </a:stretch>
        </p:blipFill>
        <p:spPr>
          <a:xfrm>
            <a:off x="1954306" y="1128152"/>
            <a:ext cx="8448675" cy="657225"/>
          </a:xfrm>
          <a:prstGeom prst="rect">
            <a:avLst/>
          </a:prstGeom>
        </p:spPr>
      </p:pic>
      <p:pic>
        <p:nvPicPr>
          <p:cNvPr id="8" name="Picture 7">
            <a:extLst>
              <a:ext uri="{FF2B5EF4-FFF2-40B4-BE49-F238E27FC236}">
                <a16:creationId xmlns:a16="http://schemas.microsoft.com/office/drawing/2014/main" id="{34B790B1-9189-4727-B8C2-496A40AD1F4F}"/>
              </a:ext>
            </a:extLst>
          </p:cNvPr>
          <p:cNvPicPr>
            <a:picLocks noChangeAspect="1"/>
          </p:cNvPicPr>
          <p:nvPr/>
        </p:nvPicPr>
        <p:blipFill>
          <a:blip r:embed="rId3"/>
          <a:stretch>
            <a:fillRect/>
          </a:stretch>
        </p:blipFill>
        <p:spPr>
          <a:xfrm>
            <a:off x="2034987" y="2138362"/>
            <a:ext cx="4760259" cy="3108475"/>
          </a:xfrm>
          <a:prstGeom prst="rect">
            <a:avLst/>
          </a:prstGeom>
        </p:spPr>
      </p:pic>
      <p:sp>
        <p:nvSpPr>
          <p:cNvPr id="3" name="Oval 2">
            <a:extLst>
              <a:ext uri="{FF2B5EF4-FFF2-40B4-BE49-F238E27FC236}">
                <a16:creationId xmlns:a16="http://schemas.microsoft.com/office/drawing/2014/main" id="{E9461F36-C72C-405A-B55F-02620C4C101E}"/>
              </a:ext>
            </a:extLst>
          </p:cNvPr>
          <p:cNvSpPr/>
          <p:nvPr/>
        </p:nvSpPr>
        <p:spPr>
          <a:xfrm>
            <a:off x="8175812" y="4166590"/>
            <a:ext cx="3603812" cy="1981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IT SHOWS THAT THE HIGHEST NUMBER OF LOYAL CUSTOMERS IS IN STORE 5</a:t>
            </a:r>
            <a:r>
              <a:rPr lang="en-US" dirty="0">
                <a:ln w="0"/>
                <a:solidFill>
                  <a:schemeClr val="tx1"/>
                </a:solidFill>
                <a:effectLst>
                  <a:outerShdw blurRad="38100" dist="19050" dir="2700000" algn="tl" rotWithShape="0">
                    <a:schemeClr val="dk1">
                      <a:alpha val="40000"/>
                    </a:schemeClr>
                  </a:outerShdw>
                </a:effectLst>
              </a:rPr>
              <a:t>.</a:t>
            </a:r>
            <a:endParaRPr lang="en-IN" dirty="0">
              <a:ln w="0"/>
              <a:solidFill>
                <a:schemeClr val="tx1"/>
              </a:solidFill>
              <a:effectLst>
                <a:outerShdw blurRad="38100" dist="19050" dir="2700000" algn="tl" rotWithShape="0">
                  <a:schemeClr val="dk1">
                    <a:alpha val="40000"/>
                  </a:schemeClr>
                </a:outerShdw>
              </a:effectLst>
            </a:endParaRPr>
          </a:p>
        </p:txBody>
      </p:sp>
      <p:cxnSp>
        <p:nvCxnSpPr>
          <p:cNvPr id="6" name="Connector: Elbow 5">
            <a:extLst>
              <a:ext uri="{FF2B5EF4-FFF2-40B4-BE49-F238E27FC236}">
                <a16:creationId xmlns:a16="http://schemas.microsoft.com/office/drawing/2014/main" id="{C6139357-FCD1-4A64-B62C-46634BC37F12}"/>
              </a:ext>
            </a:extLst>
          </p:cNvPr>
          <p:cNvCxnSpPr>
            <a:cxnSpLocks/>
          </p:cNvCxnSpPr>
          <p:nvPr/>
        </p:nvCxnSpPr>
        <p:spPr>
          <a:xfrm>
            <a:off x="6795246" y="3281082"/>
            <a:ext cx="1810872" cy="1210236"/>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358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F63857-DD82-487D-BBBD-340E1F669848}"/>
              </a:ext>
            </a:extLst>
          </p:cNvPr>
          <p:cNvSpPr txBox="1"/>
          <p:nvPr/>
        </p:nvSpPr>
        <p:spPr>
          <a:xfrm>
            <a:off x="1918446" y="412375"/>
            <a:ext cx="8507506"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Count how many customers joined each year to understand the trend of customer growth over time.</a:t>
            </a:r>
            <a:endParaRPr lang="en-IN" b="1" dirty="0"/>
          </a:p>
        </p:txBody>
      </p:sp>
      <p:pic>
        <p:nvPicPr>
          <p:cNvPr id="4" name="Picture 3">
            <a:extLst>
              <a:ext uri="{FF2B5EF4-FFF2-40B4-BE49-F238E27FC236}">
                <a16:creationId xmlns:a16="http://schemas.microsoft.com/office/drawing/2014/main" id="{FF20A63F-B3F3-47AC-B67D-E3603C46EB6F}"/>
              </a:ext>
            </a:extLst>
          </p:cNvPr>
          <p:cNvPicPr>
            <a:picLocks noChangeAspect="1"/>
          </p:cNvPicPr>
          <p:nvPr/>
        </p:nvPicPr>
        <p:blipFill>
          <a:blip r:embed="rId2"/>
          <a:stretch>
            <a:fillRect/>
          </a:stretch>
        </p:blipFill>
        <p:spPr>
          <a:xfrm>
            <a:off x="1918446" y="1226484"/>
            <a:ext cx="8801100" cy="819150"/>
          </a:xfrm>
          <a:prstGeom prst="rect">
            <a:avLst/>
          </a:prstGeom>
        </p:spPr>
      </p:pic>
      <p:pic>
        <p:nvPicPr>
          <p:cNvPr id="6" name="Picture 5">
            <a:extLst>
              <a:ext uri="{FF2B5EF4-FFF2-40B4-BE49-F238E27FC236}">
                <a16:creationId xmlns:a16="http://schemas.microsoft.com/office/drawing/2014/main" id="{58ED12C5-22DE-4B6B-8165-90E22C183BF1}"/>
              </a:ext>
            </a:extLst>
          </p:cNvPr>
          <p:cNvPicPr>
            <a:picLocks noChangeAspect="1"/>
          </p:cNvPicPr>
          <p:nvPr/>
        </p:nvPicPr>
        <p:blipFill>
          <a:blip r:embed="rId3"/>
          <a:stretch>
            <a:fillRect/>
          </a:stretch>
        </p:blipFill>
        <p:spPr>
          <a:xfrm>
            <a:off x="1918446" y="2336987"/>
            <a:ext cx="2790825" cy="1162050"/>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a:extLst>
              <a:ext uri="{FF2B5EF4-FFF2-40B4-BE49-F238E27FC236}">
                <a16:creationId xmlns:a16="http://schemas.microsoft.com/office/drawing/2014/main" id="{F7CEA6CC-5922-4CAA-AB8A-889EE566725E}"/>
              </a:ext>
            </a:extLst>
          </p:cNvPr>
          <p:cNvPicPr>
            <a:picLocks noChangeAspect="1"/>
          </p:cNvPicPr>
          <p:nvPr/>
        </p:nvPicPr>
        <p:blipFill>
          <a:blip r:embed="rId4"/>
          <a:stretch>
            <a:fillRect/>
          </a:stretch>
        </p:blipFill>
        <p:spPr>
          <a:xfrm>
            <a:off x="6983507" y="2336987"/>
            <a:ext cx="4643997" cy="4043175"/>
          </a:xfrm>
          <a:prstGeom prst="rect">
            <a:avLst/>
          </a:prstGeom>
        </p:spPr>
      </p:pic>
      <p:sp>
        <p:nvSpPr>
          <p:cNvPr id="3" name="Oval 2">
            <a:extLst>
              <a:ext uri="{FF2B5EF4-FFF2-40B4-BE49-F238E27FC236}">
                <a16:creationId xmlns:a16="http://schemas.microsoft.com/office/drawing/2014/main" id="{46D1F648-4451-482C-8E06-3D98504E3552}"/>
              </a:ext>
            </a:extLst>
          </p:cNvPr>
          <p:cNvSpPr/>
          <p:nvPr/>
        </p:nvSpPr>
        <p:spPr>
          <a:xfrm>
            <a:off x="1407458" y="3850341"/>
            <a:ext cx="3478306" cy="21022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IT TELLS ABOUT THE GROWTH IN NUMBER OF CUSTOMER THAT IS IN 2018 BY 988 CUSTOMERS.</a:t>
            </a:r>
            <a:endParaRPr lang="en-IN" b="1" dirty="0">
              <a:ln w="0"/>
              <a:solidFill>
                <a:schemeClr val="tx1"/>
              </a:solidFill>
              <a:effectLst>
                <a:outerShdw blurRad="38100" dist="19050" dir="2700000" algn="tl" rotWithShape="0">
                  <a:schemeClr val="dk1">
                    <a:alpha val="40000"/>
                  </a:schemeClr>
                </a:outerShdw>
              </a:effectLst>
            </a:endParaRPr>
          </a:p>
        </p:txBody>
      </p:sp>
      <p:cxnSp>
        <p:nvCxnSpPr>
          <p:cNvPr id="11" name="Connector: Elbow 10">
            <a:extLst>
              <a:ext uri="{FF2B5EF4-FFF2-40B4-BE49-F238E27FC236}">
                <a16:creationId xmlns:a16="http://schemas.microsoft.com/office/drawing/2014/main" id="{9CFE7AAB-8DBC-4303-B77F-C508D55ADAE9}"/>
              </a:ext>
            </a:extLst>
          </p:cNvPr>
          <p:cNvCxnSpPr>
            <a:cxnSpLocks/>
          </p:cNvCxnSpPr>
          <p:nvPr/>
        </p:nvCxnSpPr>
        <p:spPr>
          <a:xfrm rot="10800000" flipV="1">
            <a:off x="4885765" y="3765176"/>
            <a:ext cx="2097742" cy="98611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61574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CDE50E-B5A8-40EA-8E24-AC2A5E276F0E}"/>
              </a:ext>
            </a:extLst>
          </p:cNvPr>
          <p:cNvSpPr txBox="1"/>
          <p:nvPr/>
        </p:nvSpPr>
        <p:spPr>
          <a:xfrm>
            <a:off x="1954306" y="394447"/>
            <a:ext cx="9188823"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Identify the five most common email domains used by customers to understand popular email preferences</a:t>
            </a:r>
            <a:r>
              <a:rPr lang="en-US" dirty="0"/>
              <a:t>.</a:t>
            </a:r>
          </a:p>
        </p:txBody>
      </p:sp>
      <p:pic>
        <p:nvPicPr>
          <p:cNvPr id="4" name="Picture 3">
            <a:extLst>
              <a:ext uri="{FF2B5EF4-FFF2-40B4-BE49-F238E27FC236}">
                <a16:creationId xmlns:a16="http://schemas.microsoft.com/office/drawing/2014/main" id="{23D564A4-8918-4E4B-918C-FCB72500B4C3}"/>
              </a:ext>
            </a:extLst>
          </p:cNvPr>
          <p:cNvPicPr>
            <a:picLocks noChangeAspect="1"/>
          </p:cNvPicPr>
          <p:nvPr/>
        </p:nvPicPr>
        <p:blipFill>
          <a:blip r:embed="rId2"/>
          <a:stretch>
            <a:fillRect/>
          </a:stretch>
        </p:blipFill>
        <p:spPr>
          <a:xfrm>
            <a:off x="1763525" y="1382246"/>
            <a:ext cx="9991725" cy="704850"/>
          </a:xfrm>
          <a:prstGeom prst="rect">
            <a:avLst/>
          </a:prstGeom>
        </p:spPr>
      </p:pic>
      <p:pic>
        <p:nvPicPr>
          <p:cNvPr id="6" name="Picture 5">
            <a:extLst>
              <a:ext uri="{FF2B5EF4-FFF2-40B4-BE49-F238E27FC236}">
                <a16:creationId xmlns:a16="http://schemas.microsoft.com/office/drawing/2014/main" id="{24D53EA7-F868-4136-A08C-9E40B7C4D5BC}"/>
              </a:ext>
            </a:extLst>
          </p:cNvPr>
          <p:cNvPicPr>
            <a:picLocks noChangeAspect="1"/>
          </p:cNvPicPr>
          <p:nvPr/>
        </p:nvPicPr>
        <p:blipFill>
          <a:blip r:embed="rId3"/>
          <a:stretch>
            <a:fillRect/>
          </a:stretch>
        </p:blipFill>
        <p:spPr>
          <a:xfrm>
            <a:off x="1954306" y="2567828"/>
            <a:ext cx="3783106" cy="3371850"/>
          </a:xfrm>
          <a:prstGeom prst="rect">
            <a:avLst/>
          </a:prstGeom>
        </p:spPr>
      </p:pic>
      <p:sp>
        <p:nvSpPr>
          <p:cNvPr id="3" name="Oval 2">
            <a:extLst>
              <a:ext uri="{FF2B5EF4-FFF2-40B4-BE49-F238E27FC236}">
                <a16:creationId xmlns:a16="http://schemas.microsoft.com/office/drawing/2014/main" id="{0658F5AB-69E1-4DF9-8A43-3834A3B87D70}"/>
              </a:ext>
            </a:extLst>
          </p:cNvPr>
          <p:cNvSpPr/>
          <p:nvPr/>
        </p:nvSpPr>
        <p:spPr>
          <a:xfrm>
            <a:off x="7972145" y="3788148"/>
            <a:ext cx="3783105" cy="2151530"/>
          </a:xfrm>
          <a:prstGeom prst="ellipse">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IT SHOWS THE TOP 5 MOST COMMON EMAIL DOMAIN IN WHICH THE MOST COMMON IS CLASS.US </a:t>
            </a:r>
            <a:endParaRPr lang="en-IN" b="1" dirty="0">
              <a:ln w="0"/>
              <a:solidFill>
                <a:schemeClr val="tx1"/>
              </a:solidFill>
              <a:effectLst>
                <a:outerShdw blurRad="38100" dist="19050" dir="2700000" algn="tl" rotWithShape="0">
                  <a:schemeClr val="dk1">
                    <a:alpha val="40000"/>
                  </a:schemeClr>
                </a:outerShdw>
              </a:effectLst>
            </a:endParaRPr>
          </a:p>
        </p:txBody>
      </p:sp>
      <p:cxnSp>
        <p:nvCxnSpPr>
          <p:cNvPr id="7" name="Connector: Elbow 6">
            <a:extLst>
              <a:ext uri="{FF2B5EF4-FFF2-40B4-BE49-F238E27FC236}">
                <a16:creationId xmlns:a16="http://schemas.microsoft.com/office/drawing/2014/main" id="{F1672DC5-7744-44EF-9D14-EF3B4CF462BD}"/>
              </a:ext>
            </a:extLst>
          </p:cNvPr>
          <p:cNvCxnSpPr>
            <a:cxnSpLocks/>
            <a:endCxn id="3" idx="2"/>
          </p:cNvCxnSpPr>
          <p:nvPr/>
        </p:nvCxnSpPr>
        <p:spPr>
          <a:xfrm>
            <a:off x="5737412" y="3788148"/>
            <a:ext cx="2234733" cy="1075765"/>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62129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ADE70-1984-4B27-BEBD-617037FB21C9}"/>
              </a:ext>
            </a:extLst>
          </p:cNvPr>
          <p:cNvSpPr txBox="1"/>
          <p:nvPr/>
        </p:nvSpPr>
        <p:spPr>
          <a:xfrm>
            <a:off x="1945342" y="286870"/>
            <a:ext cx="8059271"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dirty="0"/>
              <a:t>Analyze how different age groups use loyalty cards to determine whether younger or older customers engage more</a:t>
            </a:r>
            <a:endParaRPr lang="en-IN" dirty="0"/>
          </a:p>
        </p:txBody>
      </p:sp>
      <p:pic>
        <p:nvPicPr>
          <p:cNvPr id="4" name="Picture 3">
            <a:extLst>
              <a:ext uri="{FF2B5EF4-FFF2-40B4-BE49-F238E27FC236}">
                <a16:creationId xmlns:a16="http://schemas.microsoft.com/office/drawing/2014/main" id="{BD0CA905-527B-43FC-958C-E7DDA67785A1}"/>
              </a:ext>
            </a:extLst>
          </p:cNvPr>
          <p:cNvPicPr>
            <a:picLocks noChangeAspect="1"/>
          </p:cNvPicPr>
          <p:nvPr/>
        </p:nvPicPr>
        <p:blipFill>
          <a:blip r:embed="rId2"/>
          <a:stretch>
            <a:fillRect/>
          </a:stretch>
        </p:blipFill>
        <p:spPr>
          <a:xfrm>
            <a:off x="1407459" y="1125830"/>
            <a:ext cx="10327341" cy="1984924"/>
          </a:xfrm>
          <a:prstGeom prst="rect">
            <a:avLst/>
          </a:prstGeom>
        </p:spPr>
      </p:pic>
      <p:pic>
        <p:nvPicPr>
          <p:cNvPr id="6" name="Picture 5">
            <a:extLst>
              <a:ext uri="{FF2B5EF4-FFF2-40B4-BE49-F238E27FC236}">
                <a16:creationId xmlns:a16="http://schemas.microsoft.com/office/drawing/2014/main" id="{77E47338-DF46-4FFE-BF1F-DF855A5FBB66}"/>
              </a:ext>
            </a:extLst>
          </p:cNvPr>
          <p:cNvPicPr>
            <a:picLocks noChangeAspect="1"/>
          </p:cNvPicPr>
          <p:nvPr/>
        </p:nvPicPr>
        <p:blipFill>
          <a:blip r:embed="rId3"/>
          <a:stretch>
            <a:fillRect/>
          </a:stretch>
        </p:blipFill>
        <p:spPr>
          <a:xfrm>
            <a:off x="5974977" y="3480358"/>
            <a:ext cx="5459507" cy="3090772"/>
          </a:xfrm>
          <a:prstGeom prst="rect">
            <a:avLst/>
          </a:prstGeom>
        </p:spPr>
      </p:pic>
      <p:sp>
        <p:nvSpPr>
          <p:cNvPr id="3" name="Oval 2">
            <a:extLst>
              <a:ext uri="{FF2B5EF4-FFF2-40B4-BE49-F238E27FC236}">
                <a16:creationId xmlns:a16="http://schemas.microsoft.com/office/drawing/2014/main" id="{A15BD4F1-5CE9-45C1-B9C8-3A543E3E9F7D}"/>
              </a:ext>
            </a:extLst>
          </p:cNvPr>
          <p:cNvSpPr/>
          <p:nvPr/>
        </p:nvSpPr>
        <p:spPr>
          <a:xfrm>
            <a:off x="1084729" y="3747247"/>
            <a:ext cx="3173506" cy="22322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IT SHOWS THE LOYALTY CARD USAGE PATTERN BY DIFFERENT AGE GROUP WHICH IS MOSTLY USED BY  65 +</a:t>
            </a:r>
            <a:endParaRPr lang="en-IN" dirty="0">
              <a:ln w="0"/>
              <a:solidFill>
                <a:schemeClr val="tx1"/>
              </a:solidFill>
              <a:effectLst>
                <a:outerShdw blurRad="38100" dist="19050" dir="2700000" algn="tl" rotWithShape="0">
                  <a:schemeClr val="dk1">
                    <a:alpha val="40000"/>
                  </a:schemeClr>
                </a:outerShdw>
              </a:effectLst>
            </a:endParaRPr>
          </a:p>
        </p:txBody>
      </p:sp>
      <p:cxnSp>
        <p:nvCxnSpPr>
          <p:cNvPr id="7" name="Connector: Elbow 6">
            <a:extLst>
              <a:ext uri="{FF2B5EF4-FFF2-40B4-BE49-F238E27FC236}">
                <a16:creationId xmlns:a16="http://schemas.microsoft.com/office/drawing/2014/main" id="{E6B789D3-92CA-4617-BBC5-A96787A1A139}"/>
              </a:ext>
            </a:extLst>
          </p:cNvPr>
          <p:cNvCxnSpPr>
            <a:cxnSpLocks/>
          </p:cNvCxnSpPr>
          <p:nvPr/>
        </p:nvCxnSpPr>
        <p:spPr>
          <a:xfrm rot="10800000" flipV="1">
            <a:off x="4320991" y="4240306"/>
            <a:ext cx="1653987" cy="708212"/>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58804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B2CA31-E0ED-4439-A85D-D6F0A042EC93}"/>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928120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Diagonal Corners Rounded 1">
            <a:extLst>
              <a:ext uri="{FF2B5EF4-FFF2-40B4-BE49-F238E27FC236}">
                <a16:creationId xmlns:a16="http://schemas.microsoft.com/office/drawing/2014/main" id="{2CA1E2E1-1D93-4582-B29E-0C9A3E3FA205}"/>
              </a:ext>
            </a:extLst>
          </p:cNvPr>
          <p:cNvSpPr/>
          <p:nvPr/>
        </p:nvSpPr>
        <p:spPr>
          <a:xfrm>
            <a:off x="3908612" y="116542"/>
            <a:ext cx="4285129" cy="555811"/>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solidFill>
                  <a:schemeClr val="tx1"/>
                </a:solidFill>
              </a:rPr>
              <a:t>Inventory Analysis</a:t>
            </a:r>
            <a:endParaRPr lang="en-IN" sz="2800" b="1" u="sng" dirty="0">
              <a:solidFill>
                <a:schemeClr val="tx1"/>
              </a:solidFill>
            </a:endParaRPr>
          </a:p>
        </p:txBody>
      </p:sp>
      <p:sp>
        <p:nvSpPr>
          <p:cNvPr id="3" name="TextBox 2">
            <a:extLst>
              <a:ext uri="{FF2B5EF4-FFF2-40B4-BE49-F238E27FC236}">
                <a16:creationId xmlns:a16="http://schemas.microsoft.com/office/drawing/2014/main" id="{F0AA5FFD-8C05-413E-A8CE-5194CB47B754}"/>
              </a:ext>
            </a:extLst>
          </p:cNvPr>
          <p:cNvSpPr txBox="1"/>
          <p:nvPr/>
        </p:nvSpPr>
        <p:spPr>
          <a:xfrm>
            <a:off x="1604682" y="941294"/>
            <a:ext cx="9708776"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dirty="0"/>
              <a:t> </a:t>
            </a:r>
            <a:r>
              <a:rPr lang="en-US" b="1" dirty="0"/>
              <a:t>Identify products that have high stock levels but low sales over time.  These products may be overstocked and should be considered for discounts or promotions ?</a:t>
            </a:r>
            <a:endParaRPr lang="en-IN" b="1" dirty="0"/>
          </a:p>
        </p:txBody>
      </p:sp>
      <p:pic>
        <p:nvPicPr>
          <p:cNvPr id="5" name="Picture 4">
            <a:extLst>
              <a:ext uri="{FF2B5EF4-FFF2-40B4-BE49-F238E27FC236}">
                <a16:creationId xmlns:a16="http://schemas.microsoft.com/office/drawing/2014/main" id="{8E21D775-9725-423D-B690-3C674C817AD8}"/>
              </a:ext>
            </a:extLst>
          </p:cNvPr>
          <p:cNvPicPr>
            <a:picLocks noChangeAspect="1"/>
          </p:cNvPicPr>
          <p:nvPr/>
        </p:nvPicPr>
        <p:blipFill>
          <a:blip r:embed="rId2"/>
          <a:stretch>
            <a:fillRect/>
          </a:stretch>
        </p:blipFill>
        <p:spPr>
          <a:xfrm>
            <a:off x="1437715" y="1856566"/>
            <a:ext cx="10153650" cy="1228725"/>
          </a:xfrm>
          <a:prstGeom prst="rect">
            <a:avLst/>
          </a:prstGeom>
        </p:spPr>
      </p:pic>
      <p:pic>
        <p:nvPicPr>
          <p:cNvPr id="7" name="Picture 6">
            <a:extLst>
              <a:ext uri="{FF2B5EF4-FFF2-40B4-BE49-F238E27FC236}">
                <a16:creationId xmlns:a16="http://schemas.microsoft.com/office/drawing/2014/main" id="{B28E3377-80BB-4498-B239-153EAAB89A36}"/>
              </a:ext>
            </a:extLst>
          </p:cNvPr>
          <p:cNvPicPr>
            <a:picLocks noChangeAspect="1"/>
          </p:cNvPicPr>
          <p:nvPr/>
        </p:nvPicPr>
        <p:blipFill>
          <a:blip r:embed="rId3"/>
          <a:stretch>
            <a:fillRect/>
          </a:stretch>
        </p:blipFill>
        <p:spPr>
          <a:xfrm>
            <a:off x="5145741" y="3085291"/>
            <a:ext cx="6266330" cy="3539627"/>
          </a:xfrm>
          <a:prstGeom prst="rect">
            <a:avLst/>
          </a:prstGeom>
        </p:spPr>
      </p:pic>
      <p:sp>
        <p:nvSpPr>
          <p:cNvPr id="4" name="Oval 3">
            <a:extLst>
              <a:ext uri="{FF2B5EF4-FFF2-40B4-BE49-F238E27FC236}">
                <a16:creationId xmlns:a16="http://schemas.microsoft.com/office/drawing/2014/main" id="{CDB82597-5568-447F-8DB4-AC4351A02EBC}"/>
              </a:ext>
            </a:extLst>
          </p:cNvPr>
          <p:cNvSpPr/>
          <p:nvPr/>
        </p:nvSpPr>
        <p:spPr>
          <a:xfrm>
            <a:off x="914400" y="4195482"/>
            <a:ext cx="3576918" cy="19453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IN THIS THE GINGER SCONE IS HIGHLY STOCKED AND HAVING LOW SALE IT NEEDS TO BE PROMOTED OR DISCOUNTED</a:t>
            </a:r>
            <a:endParaRPr lang="en-IN" dirty="0">
              <a:ln w="0"/>
              <a:solidFill>
                <a:schemeClr val="tx1"/>
              </a:solidFill>
              <a:effectLst>
                <a:outerShdw blurRad="38100" dist="19050" dir="2700000" algn="tl" rotWithShape="0">
                  <a:schemeClr val="dk1">
                    <a:alpha val="40000"/>
                  </a:schemeClr>
                </a:outerShdw>
              </a:effectLst>
            </a:endParaRPr>
          </a:p>
        </p:txBody>
      </p:sp>
      <p:cxnSp>
        <p:nvCxnSpPr>
          <p:cNvPr id="8" name="Connector: Elbow 7">
            <a:extLst>
              <a:ext uri="{FF2B5EF4-FFF2-40B4-BE49-F238E27FC236}">
                <a16:creationId xmlns:a16="http://schemas.microsoft.com/office/drawing/2014/main" id="{64625ED8-25A6-4049-A961-D91F472904F4}"/>
              </a:ext>
            </a:extLst>
          </p:cNvPr>
          <p:cNvCxnSpPr/>
          <p:nvPr/>
        </p:nvCxnSpPr>
        <p:spPr>
          <a:xfrm rot="10800000" flipV="1">
            <a:off x="3487271" y="3316941"/>
            <a:ext cx="1658470" cy="941294"/>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9046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388B74-B2FE-4DBF-A28F-56BB266E2A48}"/>
              </a:ext>
            </a:extLst>
          </p:cNvPr>
          <p:cNvSpPr txBox="1"/>
          <p:nvPr/>
        </p:nvSpPr>
        <p:spPr>
          <a:xfrm>
            <a:off x="1748117" y="385481"/>
            <a:ext cx="9224683"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dirty="0"/>
              <a:t> </a:t>
            </a:r>
            <a:r>
              <a:rPr lang="en-US" b="1" dirty="0"/>
              <a:t>Identify products that have high sales fluctuations based on different time periods (e.g., months or quarters)?</a:t>
            </a:r>
            <a:endParaRPr lang="en-IN" b="1" dirty="0"/>
          </a:p>
        </p:txBody>
      </p:sp>
      <p:pic>
        <p:nvPicPr>
          <p:cNvPr id="4" name="Picture 3">
            <a:extLst>
              <a:ext uri="{FF2B5EF4-FFF2-40B4-BE49-F238E27FC236}">
                <a16:creationId xmlns:a16="http://schemas.microsoft.com/office/drawing/2014/main" id="{309603FC-A27D-414A-8F7F-D13139AC55D3}"/>
              </a:ext>
            </a:extLst>
          </p:cNvPr>
          <p:cNvPicPr>
            <a:picLocks noChangeAspect="1"/>
          </p:cNvPicPr>
          <p:nvPr/>
        </p:nvPicPr>
        <p:blipFill>
          <a:blip r:embed="rId2"/>
          <a:stretch>
            <a:fillRect/>
          </a:stretch>
        </p:blipFill>
        <p:spPr>
          <a:xfrm>
            <a:off x="1748117" y="1522319"/>
            <a:ext cx="9224683" cy="819150"/>
          </a:xfrm>
          <a:prstGeom prst="rect">
            <a:avLst/>
          </a:prstGeom>
        </p:spPr>
      </p:pic>
      <p:pic>
        <p:nvPicPr>
          <p:cNvPr id="6" name="Picture 5">
            <a:extLst>
              <a:ext uri="{FF2B5EF4-FFF2-40B4-BE49-F238E27FC236}">
                <a16:creationId xmlns:a16="http://schemas.microsoft.com/office/drawing/2014/main" id="{B735A233-56F1-4A80-B035-CF85E03741C3}"/>
              </a:ext>
            </a:extLst>
          </p:cNvPr>
          <p:cNvPicPr>
            <a:picLocks noChangeAspect="1"/>
          </p:cNvPicPr>
          <p:nvPr/>
        </p:nvPicPr>
        <p:blipFill>
          <a:blip r:embed="rId3"/>
          <a:stretch>
            <a:fillRect/>
          </a:stretch>
        </p:blipFill>
        <p:spPr>
          <a:xfrm>
            <a:off x="1748117" y="2579313"/>
            <a:ext cx="3048000" cy="1304925"/>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a:extLst>
              <a:ext uri="{FF2B5EF4-FFF2-40B4-BE49-F238E27FC236}">
                <a16:creationId xmlns:a16="http://schemas.microsoft.com/office/drawing/2014/main" id="{0B0CF01D-1FD7-4C44-AA82-89CFEE1EEFE9}"/>
              </a:ext>
            </a:extLst>
          </p:cNvPr>
          <p:cNvPicPr>
            <a:picLocks noChangeAspect="1"/>
          </p:cNvPicPr>
          <p:nvPr/>
        </p:nvPicPr>
        <p:blipFill>
          <a:blip r:embed="rId4"/>
          <a:stretch>
            <a:fillRect/>
          </a:stretch>
        </p:blipFill>
        <p:spPr>
          <a:xfrm>
            <a:off x="5022037" y="3126161"/>
            <a:ext cx="5950763" cy="3346358"/>
          </a:xfrm>
          <a:prstGeom prst="rect">
            <a:avLst/>
          </a:prstGeom>
        </p:spPr>
      </p:pic>
    </p:spTree>
    <p:extLst>
      <p:ext uri="{BB962C8B-B14F-4D97-AF65-F5344CB8AC3E}">
        <p14:creationId xmlns:p14="http://schemas.microsoft.com/office/powerpoint/2010/main" val="2577282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FEC8C6-93DB-48C0-A1FC-B04426F2B8A2}"/>
              </a:ext>
            </a:extLst>
          </p:cNvPr>
          <p:cNvSpPr txBox="1"/>
          <p:nvPr/>
        </p:nvSpPr>
        <p:spPr>
          <a:xfrm>
            <a:off x="1864659" y="322729"/>
            <a:ext cx="9296400"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Calculate the Inventory Turnover Ratio for each product. This ratio helps determine how efficiently inventory is being sold and replaced ?</a:t>
            </a:r>
            <a:endParaRPr lang="en-IN" b="1" dirty="0"/>
          </a:p>
        </p:txBody>
      </p:sp>
      <p:pic>
        <p:nvPicPr>
          <p:cNvPr id="4" name="Picture 3">
            <a:extLst>
              <a:ext uri="{FF2B5EF4-FFF2-40B4-BE49-F238E27FC236}">
                <a16:creationId xmlns:a16="http://schemas.microsoft.com/office/drawing/2014/main" id="{81093503-6C81-41A3-BBB0-3958B465D9E4}"/>
              </a:ext>
            </a:extLst>
          </p:cNvPr>
          <p:cNvPicPr>
            <a:picLocks noChangeAspect="1"/>
          </p:cNvPicPr>
          <p:nvPr/>
        </p:nvPicPr>
        <p:blipFill>
          <a:blip r:embed="rId2"/>
          <a:stretch>
            <a:fillRect/>
          </a:stretch>
        </p:blipFill>
        <p:spPr>
          <a:xfrm>
            <a:off x="1864659" y="1245814"/>
            <a:ext cx="9802346" cy="1739434"/>
          </a:xfrm>
          <a:prstGeom prst="rect">
            <a:avLst/>
          </a:prstGeom>
        </p:spPr>
      </p:pic>
      <p:pic>
        <p:nvPicPr>
          <p:cNvPr id="6" name="Picture 5">
            <a:extLst>
              <a:ext uri="{FF2B5EF4-FFF2-40B4-BE49-F238E27FC236}">
                <a16:creationId xmlns:a16="http://schemas.microsoft.com/office/drawing/2014/main" id="{E951BA4D-9FEA-4BD3-B3F7-4C21CA4E0C14}"/>
              </a:ext>
            </a:extLst>
          </p:cNvPr>
          <p:cNvPicPr>
            <a:picLocks noChangeAspect="1"/>
          </p:cNvPicPr>
          <p:nvPr/>
        </p:nvPicPr>
        <p:blipFill>
          <a:blip r:embed="rId3"/>
          <a:stretch>
            <a:fillRect/>
          </a:stretch>
        </p:blipFill>
        <p:spPr>
          <a:xfrm>
            <a:off x="5731809" y="3397624"/>
            <a:ext cx="5429250" cy="3009900"/>
          </a:xfrm>
          <a:prstGeom prst="rect">
            <a:avLst/>
          </a:prstGeom>
        </p:spPr>
      </p:pic>
    </p:spTree>
    <p:extLst>
      <p:ext uri="{BB962C8B-B14F-4D97-AF65-F5344CB8AC3E}">
        <p14:creationId xmlns:p14="http://schemas.microsoft.com/office/powerpoint/2010/main" val="3387069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Diagonal Corners Rounded 1">
            <a:extLst>
              <a:ext uri="{FF2B5EF4-FFF2-40B4-BE49-F238E27FC236}">
                <a16:creationId xmlns:a16="http://schemas.microsoft.com/office/drawing/2014/main" id="{5C414B38-7D5C-4910-932B-03FA137F9BDE}"/>
              </a:ext>
            </a:extLst>
          </p:cNvPr>
          <p:cNvSpPr/>
          <p:nvPr/>
        </p:nvSpPr>
        <p:spPr>
          <a:xfrm>
            <a:off x="3971365" y="125505"/>
            <a:ext cx="4742329" cy="69028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ln w="0"/>
                <a:solidFill>
                  <a:schemeClr val="tx1"/>
                </a:solidFill>
                <a:effectLst>
                  <a:outerShdw blurRad="38100" dist="19050" dir="2700000" algn="tl" rotWithShape="0">
                    <a:schemeClr val="dk1">
                      <a:alpha val="40000"/>
                    </a:schemeClr>
                  </a:outerShdw>
                </a:effectLst>
              </a:rPr>
              <a:t>Sales Analysis</a:t>
            </a:r>
            <a:endParaRPr lang="en-IN" sz="2800" b="1" u="sng" dirty="0">
              <a:ln w="0"/>
              <a:solidFill>
                <a:schemeClr val="tx1"/>
              </a:solidFill>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2477A331-3BC0-496C-AA9B-DD3765C1EC3F}"/>
              </a:ext>
            </a:extLst>
          </p:cNvPr>
          <p:cNvSpPr txBox="1"/>
          <p:nvPr/>
        </p:nvSpPr>
        <p:spPr>
          <a:xfrm>
            <a:off x="2017058" y="995082"/>
            <a:ext cx="785308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Identify the top 5 best-selling products based on total quantity sold </a:t>
            </a:r>
            <a:r>
              <a:rPr lang="en-US" dirty="0"/>
              <a:t>?</a:t>
            </a:r>
            <a:endParaRPr lang="en-IN" dirty="0"/>
          </a:p>
        </p:txBody>
      </p:sp>
      <p:pic>
        <p:nvPicPr>
          <p:cNvPr id="5" name="Picture 4">
            <a:extLst>
              <a:ext uri="{FF2B5EF4-FFF2-40B4-BE49-F238E27FC236}">
                <a16:creationId xmlns:a16="http://schemas.microsoft.com/office/drawing/2014/main" id="{E2FD2411-DB9C-4FC1-8254-830DC72AE214}"/>
              </a:ext>
            </a:extLst>
          </p:cNvPr>
          <p:cNvPicPr>
            <a:picLocks noChangeAspect="1"/>
          </p:cNvPicPr>
          <p:nvPr/>
        </p:nvPicPr>
        <p:blipFill>
          <a:blip r:embed="rId2"/>
          <a:stretch>
            <a:fillRect/>
          </a:stretch>
        </p:blipFill>
        <p:spPr>
          <a:xfrm>
            <a:off x="1431551" y="1768847"/>
            <a:ext cx="10458450" cy="965387"/>
          </a:xfrm>
          <a:prstGeom prst="rect">
            <a:avLst/>
          </a:prstGeom>
        </p:spPr>
      </p:pic>
      <p:pic>
        <p:nvPicPr>
          <p:cNvPr id="7" name="Picture 6">
            <a:extLst>
              <a:ext uri="{FF2B5EF4-FFF2-40B4-BE49-F238E27FC236}">
                <a16:creationId xmlns:a16="http://schemas.microsoft.com/office/drawing/2014/main" id="{AF85E3F8-F05A-4B68-805A-5D6301BAE96E}"/>
              </a:ext>
            </a:extLst>
          </p:cNvPr>
          <p:cNvPicPr>
            <a:picLocks noChangeAspect="1"/>
          </p:cNvPicPr>
          <p:nvPr/>
        </p:nvPicPr>
        <p:blipFill>
          <a:blip r:embed="rId3"/>
          <a:stretch>
            <a:fillRect/>
          </a:stretch>
        </p:blipFill>
        <p:spPr>
          <a:xfrm>
            <a:off x="1431551" y="2922308"/>
            <a:ext cx="4181475" cy="1314450"/>
          </a:xfrm>
          <a:prstGeom prst="rect">
            <a:avLst/>
          </a:prstGeom>
          <a:ln w="88900" cap="sq" cmpd="thickThin">
            <a:solidFill>
              <a:srgbClr val="000000"/>
            </a:solidFill>
            <a:prstDash val="solid"/>
            <a:miter lim="800000"/>
          </a:ln>
          <a:effectLst>
            <a:innerShdw blurRad="76200">
              <a:srgbClr val="000000"/>
            </a:innerShdw>
          </a:effectLst>
        </p:spPr>
      </p:pic>
      <p:pic>
        <p:nvPicPr>
          <p:cNvPr id="9" name="Picture 8">
            <a:extLst>
              <a:ext uri="{FF2B5EF4-FFF2-40B4-BE49-F238E27FC236}">
                <a16:creationId xmlns:a16="http://schemas.microsoft.com/office/drawing/2014/main" id="{39F5E59B-CF25-4ACE-AA0D-50382B5F917C}"/>
              </a:ext>
            </a:extLst>
          </p:cNvPr>
          <p:cNvPicPr>
            <a:picLocks noChangeAspect="1"/>
          </p:cNvPicPr>
          <p:nvPr/>
        </p:nvPicPr>
        <p:blipFill>
          <a:blip r:embed="rId4"/>
          <a:stretch>
            <a:fillRect/>
          </a:stretch>
        </p:blipFill>
        <p:spPr>
          <a:xfrm>
            <a:off x="5746656" y="3579533"/>
            <a:ext cx="5934075" cy="3152962"/>
          </a:xfrm>
          <a:prstGeom prst="rect">
            <a:avLst/>
          </a:prstGeom>
        </p:spPr>
      </p:pic>
    </p:spTree>
    <p:extLst>
      <p:ext uri="{BB962C8B-B14F-4D97-AF65-F5344CB8AC3E}">
        <p14:creationId xmlns:p14="http://schemas.microsoft.com/office/powerpoint/2010/main" val="2535993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EE5C24-EED9-405F-8A78-C2A29278ACCB}"/>
              </a:ext>
            </a:extLst>
          </p:cNvPr>
          <p:cNvSpPr txBox="1"/>
          <p:nvPr/>
        </p:nvSpPr>
        <p:spPr>
          <a:xfrm>
            <a:off x="2429435" y="484094"/>
            <a:ext cx="8346141"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Identify the top 3 sales outlets (stores) with the highest total purchases (quantity sold) in April.</a:t>
            </a:r>
            <a:endParaRPr lang="en-IN" b="1" dirty="0"/>
          </a:p>
        </p:txBody>
      </p:sp>
      <p:pic>
        <p:nvPicPr>
          <p:cNvPr id="4" name="Picture 3">
            <a:extLst>
              <a:ext uri="{FF2B5EF4-FFF2-40B4-BE49-F238E27FC236}">
                <a16:creationId xmlns:a16="http://schemas.microsoft.com/office/drawing/2014/main" id="{E614C649-CA72-4E97-929D-2EC1ABBC06B4}"/>
              </a:ext>
            </a:extLst>
          </p:cNvPr>
          <p:cNvPicPr>
            <a:picLocks noChangeAspect="1"/>
          </p:cNvPicPr>
          <p:nvPr/>
        </p:nvPicPr>
        <p:blipFill>
          <a:blip r:embed="rId2"/>
          <a:stretch>
            <a:fillRect/>
          </a:stretch>
        </p:blipFill>
        <p:spPr>
          <a:xfrm>
            <a:off x="1768567" y="1291757"/>
            <a:ext cx="9667875" cy="1190625"/>
          </a:xfrm>
          <a:prstGeom prst="rect">
            <a:avLst/>
          </a:prstGeom>
        </p:spPr>
      </p:pic>
      <p:pic>
        <p:nvPicPr>
          <p:cNvPr id="6" name="Picture 5">
            <a:extLst>
              <a:ext uri="{FF2B5EF4-FFF2-40B4-BE49-F238E27FC236}">
                <a16:creationId xmlns:a16="http://schemas.microsoft.com/office/drawing/2014/main" id="{E2BD06B7-433E-4D8E-8F5A-93D351BDB271}"/>
              </a:ext>
            </a:extLst>
          </p:cNvPr>
          <p:cNvPicPr>
            <a:picLocks noChangeAspect="1"/>
          </p:cNvPicPr>
          <p:nvPr/>
        </p:nvPicPr>
        <p:blipFill>
          <a:blip r:embed="rId3"/>
          <a:stretch>
            <a:fillRect/>
          </a:stretch>
        </p:blipFill>
        <p:spPr>
          <a:xfrm>
            <a:off x="1768567" y="2724990"/>
            <a:ext cx="3381375" cy="1228725"/>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a:extLst>
              <a:ext uri="{FF2B5EF4-FFF2-40B4-BE49-F238E27FC236}">
                <a16:creationId xmlns:a16="http://schemas.microsoft.com/office/drawing/2014/main" id="{FBF82039-F4CF-47DA-BD00-F7116A838CBA}"/>
              </a:ext>
            </a:extLst>
          </p:cNvPr>
          <p:cNvPicPr>
            <a:picLocks noChangeAspect="1"/>
          </p:cNvPicPr>
          <p:nvPr/>
        </p:nvPicPr>
        <p:blipFill>
          <a:blip r:embed="rId4"/>
          <a:stretch>
            <a:fillRect/>
          </a:stretch>
        </p:blipFill>
        <p:spPr>
          <a:xfrm>
            <a:off x="5800165" y="2986118"/>
            <a:ext cx="5701552" cy="3628439"/>
          </a:xfrm>
          <a:prstGeom prst="rect">
            <a:avLst/>
          </a:prstGeom>
        </p:spPr>
      </p:pic>
    </p:spTree>
    <p:extLst>
      <p:ext uri="{BB962C8B-B14F-4D97-AF65-F5344CB8AC3E}">
        <p14:creationId xmlns:p14="http://schemas.microsoft.com/office/powerpoint/2010/main" val="742937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275641-E73F-403B-BBD5-E84A1FE94EB7}"/>
              </a:ext>
            </a:extLst>
          </p:cNvPr>
          <p:cNvSpPr txBox="1"/>
          <p:nvPr/>
        </p:nvSpPr>
        <p:spPr>
          <a:xfrm>
            <a:off x="1981200" y="242047"/>
            <a:ext cx="8758518"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Identify Top 5 products with the highest wastage to help improve inventory management and minimize losses ?</a:t>
            </a:r>
            <a:endParaRPr lang="en-IN" b="1" dirty="0"/>
          </a:p>
        </p:txBody>
      </p:sp>
      <p:pic>
        <p:nvPicPr>
          <p:cNvPr id="4" name="Picture 3">
            <a:extLst>
              <a:ext uri="{FF2B5EF4-FFF2-40B4-BE49-F238E27FC236}">
                <a16:creationId xmlns:a16="http://schemas.microsoft.com/office/drawing/2014/main" id="{65CC17D0-2CC4-4D6F-94FF-6BBA429CCC3A}"/>
              </a:ext>
            </a:extLst>
          </p:cNvPr>
          <p:cNvPicPr>
            <a:picLocks noChangeAspect="1"/>
          </p:cNvPicPr>
          <p:nvPr/>
        </p:nvPicPr>
        <p:blipFill>
          <a:blip r:embed="rId2"/>
          <a:stretch>
            <a:fillRect/>
          </a:stretch>
        </p:blipFill>
        <p:spPr>
          <a:xfrm>
            <a:off x="1527922" y="1150564"/>
            <a:ext cx="10664078" cy="1114425"/>
          </a:xfrm>
          <a:prstGeom prst="rect">
            <a:avLst/>
          </a:prstGeom>
        </p:spPr>
      </p:pic>
      <p:pic>
        <p:nvPicPr>
          <p:cNvPr id="8" name="Picture 7">
            <a:extLst>
              <a:ext uri="{FF2B5EF4-FFF2-40B4-BE49-F238E27FC236}">
                <a16:creationId xmlns:a16="http://schemas.microsoft.com/office/drawing/2014/main" id="{7057E12B-6D8C-48DA-922B-93DA05DEC425}"/>
              </a:ext>
            </a:extLst>
          </p:cNvPr>
          <p:cNvPicPr>
            <a:picLocks noChangeAspect="1"/>
          </p:cNvPicPr>
          <p:nvPr/>
        </p:nvPicPr>
        <p:blipFill>
          <a:blip r:embed="rId3"/>
          <a:stretch>
            <a:fillRect/>
          </a:stretch>
        </p:blipFill>
        <p:spPr>
          <a:xfrm>
            <a:off x="5597304" y="2464421"/>
            <a:ext cx="6594696" cy="4079813"/>
          </a:xfrm>
          <a:prstGeom prst="rect">
            <a:avLst/>
          </a:prstGeom>
        </p:spPr>
      </p:pic>
    </p:spTree>
    <p:extLst>
      <p:ext uri="{BB962C8B-B14F-4D97-AF65-F5344CB8AC3E}">
        <p14:creationId xmlns:p14="http://schemas.microsoft.com/office/powerpoint/2010/main" val="210704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BC1FB9-4FA9-4AC7-A54E-7B7848FB3E72}"/>
              </a:ext>
            </a:extLst>
          </p:cNvPr>
          <p:cNvSpPr txBox="1"/>
          <p:nvPr/>
        </p:nvSpPr>
        <p:spPr>
          <a:xfrm>
            <a:off x="1590395" y="452060"/>
            <a:ext cx="8552329"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 Determine the percentage contribution of each product to the total sales in April ?</a:t>
            </a:r>
            <a:endParaRPr lang="en-IN" b="1" dirty="0"/>
          </a:p>
        </p:txBody>
      </p:sp>
      <p:pic>
        <p:nvPicPr>
          <p:cNvPr id="4" name="Picture 3">
            <a:extLst>
              <a:ext uri="{FF2B5EF4-FFF2-40B4-BE49-F238E27FC236}">
                <a16:creationId xmlns:a16="http://schemas.microsoft.com/office/drawing/2014/main" id="{5448AF28-233C-48CE-92D0-E77A2CC1E3DF}"/>
              </a:ext>
            </a:extLst>
          </p:cNvPr>
          <p:cNvPicPr>
            <a:picLocks noChangeAspect="1"/>
          </p:cNvPicPr>
          <p:nvPr/>
        </p:nvPicPr>
        <p:blipFill>
          <a:blip r:embed="rId2"/>
          <a:stretch>
            <a:fillRect/>
          </a:stretch>
        </p:blipFill>
        <p:spPr>
          <a:xfrm>
            <a:off x="1406058" y="1214998"/>
            <a:ext cx="10258425" cy="1286155"/>
          </a:xfrm>
          <a:prstGeom prst="rect">
            <a:avLst/>
          </a:prstGeom>
        </p:spPr>
      </p:pic>
      <p:pic>
        <p:nvPicPr>
          <p:cNvPr id="6" name="Picture 5">
            <a:extLst>
              <a:ext uri="{FF2B5EF4-FFF2-40B4-BE49-F238E27FC236}">
                <a16:creationId xmlns:a16="http://schemas.microsoft.com/office/drawing/2014/main" id="{3D41E43C-921B-4490-BC4A-6D273DA3B3AE}"/>
              </a:ext>
            </a:extLst>
          </p:cNvPr>
          <p:cNvPicPr>
            <a:picLocks noChangeAspect="1"/>
          </p:cNvPicPr>
          <p:nvPr/>
        </p:nvPicPr>
        <p:blipFill>
          <a:blip r:embed="rId3"/>
          <a:stretch>
            <a:fillRect/>
          </a:stretch>
        </p:blipFill>
        <p:spPr>
          <a:xfrm>
            <a:off x="1590395" y="2894759"/>
            <a:ext cx="5742734" cy="208065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84687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7DB7974A-0B54-4F66-A16E-7751929FE07E}"/>
              </a:ext>
            </a:extLst>
          </p:cNvPr>
          <p:cNvSpPr/>
          <p:nvPr/>
        </p:nvSpPr>
        <p:spPr>
          <a:xfrm>
            <a:off x="4043082" y="170330"/>
            <a:ext cx="4769224" cy="636494"/>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ln w="0"/>
                <a:solidFill>
                  <a:schemeClr val="tx1"/>
                </a:solidFill>
                <a:effectLst>
                  <a:outerShdw blurRad="38100" dist="38100" dir="2700000" algn="tl">
                    <a:srgbClr val="000000">
                      <a:alpha val="43137"/>
                    </a:srgbClr>
                  </a:outerShdw>
                </a:effectLst>
              </a:rPr>
              <a:t>Store Analysis</a:t>
            </a:r>
            <a:endParaRPr lang="en-IN" sz="2800" b="1" u="sng" dirty="0">
              <a:ln w="0"/>
              <a:solidFill>
                <a:schemeClr val="tx1"/>
              </a:solidFill>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74BA966D-A465-4F23-8747-F3C8D1C18F62}"/>
              </a:ext>
            </a:extLst>
          </p:cNvPr>
          <p:cNvSpPr txBox="1"/>
          <p:nvPr/>
        </p:nvSpPr>
        <p:spPr>
          <a:xfrm>
            <a:off x="1568824" y="1021976"/>
            <a:ext cx="9403977"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Identify the top-performing Store  based on total quantity sold. Determine which stores contribute the most to overall sales ?</a:t>
            </a:r>
            <a:endParaRPr lang="en-IN" b="1" dirty="0"/>
          </a:p>
        </p:txBody>
      </p:sp>
      <p:pic>
        <p:nvPicPr>
          <p:cNvPr id="5" name="Picture 4">
            <a:extLst>
              <a:ext uri="{FF2B5EF4-FFF2-40B4-BE49-F238E27FC236}">
                <a16:creationId xmlns:a16="http://schemas.microsoft.com/office/drawing/2014/main" id="{0024EE3B-109F-4D8A-8386-4A396ED774C1}"/>
              </a:ext>
            </a:extLst>
          </p:cNvPr>
          <p:cNvPicPr>
            <a:picLocks noChangeAspect="1"/>
          </p:cNvPicPr>
          <p:nvPr/>
        </p:nvPicPr>
        <p:blipFill>
          <a:blip r:embed="rId2"/>
          <a:stretch>
            <a:fillRect/>
          </a:stretch>
        </p:blipFill>
        <p:spPr>
          <a:xfrm>
            <a:off x="1568824" y="2033308"/>
            <a:ext cx="9843247" cy="1570504"/>
          </a:xfrm>
          <a:prstGeom prst="rect">
            <a:avLst/>
          </a:prstGeom>
        </p:spPr>
      </p:pic>
      <p:pic>
        <p:nvPicPr>
          <p:cNvPr id="7" name="Picture 6">
            <a:extLst>
              <a:ext uri="{FF2B5EF4-FFF2-40B4-BE49-F238E27FC236}">
                <a16:creationId xmlns:a16="http://schemas.microsoft.com/office/drawing/2014/main" id="{ACD57664-558B-4DF3-B82A-C61176095CC8}"/>
              </a:ext>
            </a:extLst>
          </p:cNvPr>
          <p:cNvPicPr>
            <a:picLocks noChangeAspect="1"/>
          </p:cNvPicPr>
          <p:nvPr/>
        </p:nvPicPr>
        <p:blipFill>
          <a:blip r:embed="rId3"/>
          <a:stretch>
            <a:fillRect/>
          </a:stretch>
        </p:blipFill>
        <p:spPr>
          <a:xfrm>
            <a:off x="1723465" y="4031566"/>
            <a:ext cx="5410200" cy="119062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99225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B20CF5-E5F7-4C54-B32F-57FB7E2114FC}"/>
              </a:ext>
            </a:extLst>
          </p:cNvPr>
          <p:cNvSpPr txBox="1"/>
          <p:nvPr/>
        </p:nvSpPr>
        <p:spPr>
          <a:xfrm>
            <a:off x="1846729" y="367553"/>
            <a:ext cx="8704730" cy="64633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Identify stores with the highest sales variability to determine which stores have the most inconsistent sales patterns </a:t>
            </a:r>
            <a:endParaRPr lang="en-IN" b="1" dirty="0"/>
          </a:p>
        </p:txBody>
      </p:sp>
      <p:pic>
        <p:nvPicPr>
          <p:cNvPr id="6" name="Picture 5">
            <a:extLst>
              <a:ext uri="{FF2B5EF4-FFF2-40B4-BE49-F238E27FC236}">
                <a16:creationId xmlns:a16="http://schemas.microsoft.com/office/drawing/2014/main" id="{DDC5527F-B36F-4948-8142-2AEA742CE86F}"/>
              </a:ext>
            </a:extLst>
          </p:cNvPr>
          <p:cNvPicPr>
            <a:picLocks noChangeAspect="1"/>
          </p:cNvPicPr>
          <p:nvPr/>
        </p:nvPicPr>
        <p:blipFill>
          <a:blip r:embed="rId2"/>
          <a:stretch>
            <a:fillRect/>
          </a:stretch>
        </p:blipFill>
        <p:spPr>
          <a:xfrm>
            <a:off x="1550894" y="1131595"/>
            <a:ext cx="10515600" cy="1118546"/>
          </a:xfrm>
          <a:prstGeom prst="rect">
            <a:avLst/>
          </a:prstGeom>
        </p:spPr>
      </p:pic>
      <p:pic>
        <p:nvPicPr>
          <p:cNvPr id="8" name="Picture 7">
            <a:extLst>
              <a:ext uri="{FF2B5EF4-FFF2-40B4-BE49-F238E27FC236}">
                <a16:creationId xmlns:a16="http://schemas.microsoft.com/office/drawing/2014/main" id="{AAA9E334-0643-4F20-9D73-49AA3D034D4D}"/>
              </a:ext>
            </a:extLst>
          </p:cNvPr>
          <p:cNvPicPr>
            <a:picLocks noChangeAspect="1"/>
          </p:cNvPicPr>
          <p:nvPr/>
        </p:nvPicPr>
        <p:blipFill>
          <a:blip r:embed="rId3"/>
          <a:stretch>
            <a:fillRect/>
          </a:stretch>
        </p:blipFill>
        <p:spPr>
          <a:xfrm>
            <a:off x="1676400" y="2686050"/>
            <a:ext cx="4419600" cy="148590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41961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3FA367-C0FA-4396-8CDF-9A07351F5889}"/>
              </a:ext>
            </a:extLst>
          </p:cNvPr>
          <p:cNvPicPr>
            <a:picLocks noChangeAspect="1"/>
          </p:cNvPicPr>
          <p:nvPr/>
        </p:nvPicPr>
        <p:blipFill>
          <a:blip r:embed="rId2"/>
          <a:stretch>
            <a:fillRect/>
          </a:stretch>
        </p:blipFill>
        <p:spPr>
          <a:xfrm>
            <a:off x="0" y="26581"/>
            <a:ext cx="12192000" cy="6804837"/>
          </a:xfrm>
          <a:prstGeom prst="rect">
            <a:avLst/>
          </a:prstGeom>
        </p:spPr>
      </p:pic>
    </p:spTree>
    <p:extLst>
      <p:ext uri="{BB962C8B-B14F-4D97-AF65-F5344CB8AC3E}">
        <p14:creationId xmlns:p14="http://schemas.microsoft.com/office/powerpoint/2010/main" val="560530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3E83CC-5C09-43CD-81C5-65F9187DB9E3}"/>
              </a:ext>
            </a:extLst>
          </p:cNvPr>
          <p:cNvSpPr>
            <a:spLocks noChangeArrowheads="1"/>
          </p:cNvSpPr>
          <p:nvPr/>
        </p:nvSpPr>
        <p:spPr bwMode="auto">
          <a:xfrm>
            <a:off x="1559859" y="746460"/>
            <a:ext cx="1041698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Conclusion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 this project, we successfully analyzed retail sales data to gain valuable insights into customer behavior, inventory management, sales trends, and store performance. By leveraging SQL, Python, and Power BI, we identified actionable findings that can drive business growth and operational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Insights: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Segmentation:</a:t>
            </a:r>
            <a:r>
              <a:rPr kumimoji="0" lang="en-US" altLang="en-US" sz="1800" b="0" i="0" u="none" strike="noStrike" cap="none" normalizeH="0" baseline="0" dirty="0">
                <a:ln>
                  <a:noFill/>
                </a:ln>
                <a:solidFill>
                  <a:schemeClr val="tx1"/>
                </a:solidFill>
                <a:effectLst/>
                <a:latin typeface="Arial" panose="020B0604020202020204" pitchFamily="34" charset="0"/>
              </a:rPr>
              <a:t> Store 5 has the highest number of loyal customers, and the most active age group using loyalty cards is 65+.</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Inventory Management:</a:t>
            </a:r>
            <a:r>
              <a:rPr kumimoji="0" lang="en-US" altLang="en-US" sz="1800" b="0" i="0" u="none" strike="noStrike" cap="none" normalizeH="0" baseline="0" dirty="0">
                <a:ln>
                  <a:noFill/>
                </a:ln>
                <a:solidFill>
                  <a:schemeClr val="tx1"/>
                </a:solidFill>
                <a:effectLst/>
                <a:latin typeface="Arial" panose="020B0604020202020204" pitchFamily="34" charset="0"/>
              </a:rPr>
              <a:t> Products like Ginger Scone show high stock levels but low sales, suggesting a need for promotional strategies.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Sales Trends:</a:t>
            </a:r>
            <a:r>
              <a:rPr kumimoji="0" lang="en-US" altLang="en-US" sz="1800" b="0" i="0" u="none" strike="noStrike" cap="none" normalizeH="0" baseline="0" dirty="0">
                <a:ln>
                  <a:noFill/>
                </a:ln>
                <a:solidFill>
                  <a:schemeClr val="tx1"/>
                </a:solidFill>
                <a:effectLst/>
                <a:latin typeface="Arial" panose="020B0604020202020204" pitchFamily="34" charset="0"/>
              </a:rPr>
              <a:t> The top 5 best-selling products contribute significantly to total sales, and April experienced high store activity.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Store Performance:</a:t>
            </a:r>
            <a:r>
              <a:rPr kumimoji="0" lang="en-US" altLang="en-US" sz="1800" b="0" i="0" u="none" strike="noStrike" cap="none" normalizeH="0" baseline="0" dirty="0">
                <a:ln>
                  <a:noFill/>
                </a:ln>
                <a:solidFill>
                  <a:schemeClr val="tx1"/>
                </a:solidFill>
                <a:effectLst/>
                <a:latin typeface="Arial" panose="020B0604020202020204" pitchFamily="34" charset="0"/>
              </a:rPr>
              <a:t> Store 5 outperformed other locations, while certain stores showed inconsistent sales patterns.</a:t>
            </a:r>
          </a:p>
        </p:txBody>
      </p:sp>
    </p:spTree>
    <p:extLst>
      <p:ext uri="{BB962C8B-B14F-4D97-AF65-F5344CB8AC3E}">
        <p14:creationId xmlns:p14="http://schemas.microsoft.com/office/powerpoint/2010/main" val="2123377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542819-E8BB-40B5-870C-FC298B2B5235}"/>
              </a:ext>
            </a:extLst>
          </p:cNvPr>
          <p:cNvSpPr txBox="1"/>
          <p:nvPr/>
        </p:nvSpPr>
        <p:spPr>
          <a:xfrm>
            <a:off x="1488141" y="851648"/>
            <a:ext cx="9054353" cy="369331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 targeted promotions and discounts on underperforming products.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customer retention programs in stores with fewer loyal customers.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Monitor stores with high sales variability for better forecasting and inventory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Focus on maintaining inventory turnover to minimize product wastage.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These insights provide a data-driven foundation for strategic decision-making in retail operations, ultimately contributing to improved sales performance and customer satisfaction.</a:t>
            </a:r>
          </a:p>
        </p:txBody>
      </p:sp>
    </p:spTree>
    <p:extLst>
      <p:ext uri="{BB962C8B-B14F-4D97-AF65-F5344CB8AC3E}">
        <p14:creationId xmlns:p14="http://schemas.microsoft.com/office/powerpoint/2010/main" val="2543135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9E8D1C75-A420-47D0-A843-40998D578130}"/>
              </a:ext>
            </a:extLst>
          </p:cNvPr>
          <p:cNvSpPr/>
          <p:nvPr/>
        </p:nvSpPr>
        <p:spPr>
          <a:xfrm>
            <a:off x="1595718" y="4195483"/>
            <a:ext cx="5953406" cy="1685365"/>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ln w="0"/>
                <a:solidFill>
                  <a:srgbClr val="FFC000"/>
                </a:solidFill>
                <a:effectLst>
                  <a:outerShdw blurRad="38100" dist="19050" dir="2700000" algn="tl" rotWithShape="0">
                    <a:schemeClr val="dk1">
                      <a:alpha val="40000"/>
                    </a:schemeClr>
                  </a:outerShdw>
                </a:effectLst>
                <a:highlight>
                  <a:srgbClr val="000000"/>
                </a:highlight>
              </a:rPr>
              <a:t>About me </a:t>
            </a:r>
            <a:r>
              <a:rPr lang="en-IN" b="1" dirty="0">
                <a:ln w="0"/>
                <a:solidFill>
                  <a:srgbClr val="FFC000"/>
                </a:solidFill>
                <a:effectLst>
                  <a:outerShdw blurRad="38100" dist="19050" dir="2700000" algn="tl" rotWithShape="0">
                    <a:schemeClr val="dk1">
                      <a:alpha val="40000"/>
                    </a:schemeClr>
                  </a:outerShdw>
                </a:effectLst>
                <a:highlight>
                  <a:srgbClr val="000000"/>
                </a:highlight>
              </a:rPr>
              <a:t>:</a:t>
            </a:r>
          </a:p>
          <a:p>
            <a:r>
              <a:rPr lang="en-US" b="1" dirty="0">
                <a:ln w="0"/>
                <a:solidFill>
                  <a:srgbClr val="FFC000"/>
                </a:solidFill>
                <a:effectLst>
                  <a:outerShdw blurRad="38100" dist="19050" dir="2700000" algn="tl" rotWithShape="0">
                    <a:schemeClr val="dk1">
                      <a:alpha val="40000"/>
                    </a:schemeClr>
                  </a:outerShdw>
                </a:effectLst>
                <a:highlight>
                  <a:srgbClr val="000000"/>
                </a:highlight>
              </a:rPr>
              <a:t>Email-id : </a:t>
            </a:r>
            <a:r>
              <a:rPr lang="en-US" b="1" dirty="0">
                <a:ln w="0"/>
                <a:solidFill>
                  <a:srgbClr val="FFC000"/>
                </a:solidFill>
                <a:effectLst>
                  <a:outerShdw blurRad="38100" dist="19050" dir="2700000" algn="tl" rotWithShape="0">
                    <a:schemeClr val="dk1">
                      <a:alpha val="40000"/>
                    </a:schemeClr>
                  </a:outerShdw>
                </a:effectLst>
                <a:highlight>
                  <a:srgbClr val="000000"/>
                </a:highlight>
                <a:hlinkClick r:id="rId2">
                  <a:extLst>
                    <a:ext uri="{A12FA001-AC4F-418D-AE19-62706E023703}">
                      <ahyp:hlinkClr xmlns:ahyp="http://schemas.microsoft.com/office/drawing/2018/hyperlinkcolor" val="tx"/>
                    </a:ext>
                  </a:extLst>
                </a:hlinkClick>
              </a:rPr>
              <a:t>rahulbabu7177@gmail.com</a:t>
            </a:r>
            <a:endParaRPr lang="en-US" b="1" dirty="0">
              <a:ln w="0"/>
              <a:solidFill>
                <a:srgbClr val="FFC000"/>
              </a:solidFill>
              <a:effectLst>
                <a:outerShdw blurRad="38100" dist="19050" dir="2700000" algn="tl" rotWithShape="0">
                  <a:schemeClr val="dk1">
                    <a:alpha val="40000"/>
                  </a:schemeClr>
                </a:outerShdw>
              </a:effectLst>
              <a:highlight>
                <a:srgbClr val="000000"/>
              </a:highlight>
            </a:endParaRPr>
          </a:p>
          <a:p>
            <a:r>
              <a:rPr lang="en-US" b="1" dirty="0">
                <a:ln w="0"/>
                <a:solidFill>
                  <a:srgbClr val="FFC000"/>
                </a:solidFill>
                <a:effectLst>
                  <a:outerShdw blurRad="38100" dist="19050" dir="2700000" algn="tl" rotWithShape="0">
                    <a:schemeClr val="dk1">
                      <a:alpha val="40000"/>
                    </a:schemeClr>
                  </a:outerShdw>
                </a:effectLst>
                <a:highlight>
                  <a:srgbClr val="000000"/>
                </a:highlight>
              </a:rPr>
              <a:t>Phone No : 9304283832</a:t>
            </a:r>
          </a:p>
          <a:p>
            <a:pPr algn="ctr"/>
            <a:endParaRPr lang="en-IN" dirty="0">
              <a:ln w="0"/>
              <a:solidFill>
                <a:schemeClr val="tx1"/>
              </a:solidFill>
              <a:effectLst>
                <a:outerShdw blurRad="38100" dist="19050" dir="2700000" algn="tl" rotWithShape="0">
                  <a:schemeClr val="dk1">
                    <a:alpha val="40000"/>
                  </a:schemeClr>
                </a:outerShdw>
              </a:effectLst>
            </a:endParaRPr>
          </a:p>
        </p:txBody>
      </p:sp>
      <p:pic>
        <p:nvPicPr>
          <p:cNvPr id="4" name="Picture 3">
            <a:extLst>
              <a:ext uri="{FF2B5EF4-FFF2-40B4-BE49-F238E27FC236}">
                <a16:creationId xmlns:a16="http://schemas.microsoft.com/office/drawing/2014/main" id="{7D7D6244-0073-43EC-9439-80641262030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62164" y="488857"/>
            <a:ext cx="4733365" cy="3387314"/>
          </a:xfrm>
          <a:prstGeom prst="rect">
            <a:avLst/>
          </a:prstGeom>
        </p:spPr>
      </p:pic>
    </p:spTree>
    <p:extLst>
      <p:ext uri="{BB962C8B-B14F-4D97-AF65-F5344CB8AC3E}">
        <p14:creationId xmlns:p14="http://schemas.microsoft.com/office/powerpoint/2010/main" val="24155745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docProps/app.xml><?xml version="1.0" encoding="utf-8"?>
<Properties xmlns="http://schemas.openxmlformats.org/officeDocument/2006/extended-properties" xmlns:vt="http://schemas.openxmlformats.org/officeDocument/2006/docPropsVTypes">
  <Template>Parallax</Template>
  <TotalTime>331</TotalTime>
  <Words>903</Words>
  <Application>Microsoft Office PowerPoint</Application>
  <PresentationFormat>Widescreen</PresentationFormat>
  <Paragraphs>71</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Corbel</vt:lpstr>
      <vt:lpstr>Parallax</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KUMAR</dc:creator>
  <cp:lastModifiedBy>RAHUL KUMAR</cp:lastModifiedBy>
  <cp:revision>24</cp:revision>
  <dcterms:created xsi:type="dcterms:W3CDTF">2025-03-13T12:16:26Z</dcterms:created>
  <dcterms:modified xsi:type="dcterms:W3CDTF">2025-03-25T02:42:11Z</dcterms:modified>
</cp:coreProperties>
</file>